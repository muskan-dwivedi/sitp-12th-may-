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alibri (MS) Bold Italics" charset="1" panose="020F07020304040A0204"/>
      <p:regular r:id="rId28"/>
    </p:embeddedFont>
    <p:embeddedFont>
      <p:font typeface="Calibri (MS) Bold" charset="1" panose="020F0702030404030204"/>
      <p:regular r:id="rId29"/>
    </p:embeddedFont>
    <p:embeddedFont>
      <p:font typeface="Times New Roman" charset="1" panose="02020603050405020304"/>
      <p:regular r:id="rId30"/>
    </p:embeddedFont>
    <p:embeddedFont>
      <p:font typeface="Arial Bold" charset="1" panose="020B0704020202020204"/>
      <p:regular r:id="rId31"/>
    </p:embeddedFont>
    <p:embeddedFont>
      <p:font typeface="Arial" charset="1" panose="020B0604020202020204"/>
      <p:regular r:id="rId32"/>
    </p:embeddedFont>
    <p:embeddedFont>
      <p:font typeface="Canva Sans Bold" charset="1" panose="020B0803030501040103"/>
      <p:regular r:id="rId33"/>
    </p:embeddedFont>
    <p:embeddedFont>
      <p:font typeface="Arial Italics" charset="1" panose="020B0604020202090204"/>
      <p:regular r:id="rId34"/>
    </p:embeddedFont>
    <p:embeddedFont>
      <p:font typeface="Calibri (MS)" charset="1" panose="020F0502020204030204"/>
      <p:regular r:id="rId35"/>
    </p:embeddedFont>
    <p:embeddedFont>
      <p:font typeface="Times New Roman Bold" charset="1" panose="020208030705050203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4.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jpeg" Type="http://schemas.openxmlformats.org/officeDocument/2006/relationships/image"/><Relationship Id="rId6" Target="../media/image2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8.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9.jpeg" Type="http://schemas.openxmlformats.org/officeDocument/2006/relationships/image"/><Relationship Id="rId4" Target="../media/image3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3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3.jpeg" Type="http://schemas.openxmlformats.org/officeDocument/2006/relationships/image"/><Relationship Id="rId4" Target="https://www.ibm.com/think/topics/machine-learning" TargetMode="External" Type="http://schemas.openxmlformats.org/officeDocument/2006/relationships/hyperlink"/><Relationship Id="rId5" Target="https://www.ibm.com/think/topics/neural-networks" TargetMode="External" Type="http://schemas.openxmlformats.org/officeDocument/2006/relationships/hyperlink"/><Relationship Id="rId6" Target="https://www.ibm.com/think/topics/neural-networks" TargetMode="External" Type="http://schemas.openxmlformats.org/officeDocument/2006/relationships/hyperlink"/><Relationship Id="rId7" Target="https://www.ibm.com/think/topics/machine-learning" TargetMode="External" Type="http://schemas.openxmlformats.org/officeDocument/2006/relationships/hyperlink"/><Relationship Id="rId8" Target="https://www.ibm.com/think/topics/neural-networks" TargetMode="External" Type="http://schemas.openxmlformats.org/officeDocument/2006/relationships/hyperlink"/><Relationship Id="rId9" Target="https://www.ibm.com/think/topics/neural-networks"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7.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24841"/>
            <a:ext cx="18288000" cy="10262159"/>
            <a:chOff x="0" y="0"/>
            <a:chExt cx="24384000" cy="13682878"/>
          </a:xfrm>
        </p:grpSpPr>
        <p:sp>
          <p:nvSpPr>
            <p:cNvPr name="Freeform 5" id="5" descr="ppt template design 2 copy"/>
            <p:cNvSpPr/>
            <p:nvPr/>
          </p:nvSpPr>
          <p:spPr>
            <a:xfrm flipH="false" flipV="false" rot="0">
              <a:off x="0" y="0"/>
              <a:ext cx="24384000" cy="13682853"/>
            </a:xfrm>
            <a:custGeom>
              <a:avLst/>
              <a:gdLst/>
              <a:ahLst/>
              <a:cxnLst/>
              <a:rect r="r" b="b" t="t" l="l"/>
              <a:pathLst>
                <a:path h="13682853" w="24384000">
                  <a:moveTo>
                    <a:pt x="0" y="0"/>
                  </a:moveTo>
                  <a:lnTo>
                    <a:pt x="24384000" y="0"/>
                  </a:lnTo>
                  <a:lnTo>
                    <a:pt x="24384000" y="13682853"/>
                  </a:lnTo>
                  <a:lnTo>
                    <a:pt x="0" y="13682853"/>
                  </a:lnTo>
                  <a:lnTo>
                    <a:pt x="0" y="0"/>
                  </a:lnTo>
                  <a:close/>
                </a:path>
              </a:pathLst>
            </a:custGeom>
            <a:blipFill>
              <a:blip r:embed="rId2"/>
              <a:stretch>
                <a:fillRect l="0" t="-11" r="0" b="-23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67455"/>
            <a:chOff x="0" y="0"/>
            <a:chExt cx="24384000" cy="13689940"/>
          </a:xfrm>
        </p:grpSpPr>
        <p:sp>
          <p:nvSpPr>
            <p:cNvPr name="Freeform 5" id="5" descr="ppt template design page copy"/>
            <p:cNvSpPr/>
            <p:nvPr/>
          </p:nvSpPr>
          <p:spPr>
            <a:xfrm flipH="false" flipV="false" rot="0">
              <a:off x="0" y="0"/>
              <a:ext cx="24384000" cy="13689964"/>
            </a:xfrm>
            <a:custGeom>
              <a:avLst/>
              <a:gdLst/>
              <a:ahLst/>
              <a:cxnLst/>
              <a:rect r="r" b="b" t="t" l="l"/>
              <a:pathLst>
                <a:path h="13689964" w="24384000">
                  <a:moveTo>
                    <a:pt x="0" y="0"/>
                  </a:moveTo>
                  <a:lnTo>
                    <a:pt x="24384000" y="0"/>
                  </a:lnTo>
                  <a:lnTo>
                    <a:pt x="24384000" y="13689964"/>
                  </a:lnTo>
                  <a:lnTo>
                    <a:pt x="0" y="13689964"/>
                  </a:lnTo>
                  <a:lnTo>
                    <a:pt x="0" y="0"/>
                  </a:lnTo>
                  <a:close/>
                </a:path>
              </a:pathLst>
            </a:custGeom>
            <a:blipFill>
              <a:blip r:embed="rId2"/>
              <a:stretch>
                <a:fillRect l="0" t="-190" r="0" b="0"/>
              </a:stretch>
            </a:blipFill>
          </p:spPr>
        </p:sp>
      </p:grpSp>
      <p:grpSp>
        <p:nvGrpSpPr>
          <p:cNvPr name="Group 6" id="6"/>
          <p:cNvGrpSpPr/>
          <p:nvPr/>
        </p:nvGrpSpPr>
        <p:grpSpPr>
          <a:xfrm rot="0">
            <a:off x="4582678" y="4228738"/>
            <a:ext cx="5143500" cy="5029200"/>
            <a:chOff x="0" y="0"/>
            <a:chExt cx="6858000" cy="6705600"/>
          </a:xfrm>
        </p:grpSpPr>
        <p:sp>
          <p:nvSpPr>
            <p:cNvPr name="Freeform 7" id="7"/>
            <p:cNvSpPr/>
            <p:nvPr/>
          </p:nvSpPr>
          <p:spPr>
            <a:xfrm flipH="false" flipV="false" rot="0">
              <a:off x="0" y="0"/>
              <a:ext cx="6858000" cy="6705600"/>
            </a:xfrm>
            <a:custGeom>
              <a:avLst/>
              <a:gdLst/>
              <a:ahLst/>
              <a:cxnLst/>
              <a:rect r="r" b="b" t="t" l="l"/>
              <a:pathLst>
                <a:path h="6705600" w="6858000">
                  <a:moveTo>
                    <a:pt x="0" y="0"/>
                  </a:moveTo>
                  <a:lnTo>
                    <a:pt x="6858000" y="0"/>
                  </a:lnTo>
                  <a:lnTo>
                    <a:pt x="6858000" y="6705600"/>
                  </a:lnTo>
                  <a:lnTo>
                    <a:pt x="0" y="6705600"/>
                  </a:lnTo>
                  <a:lnTo>
                    <a:pt x="0" y="0"/>
                  </a:lnTo>
                  <a:close/>
                </a:path>
              </a:pathLst>
            </a:custGeom>
            <a:blipFill>
              <a:blip r:embed="rId3"/>
              <a:stretch>
                <a:fillRect l="-3153" t="0" r="-3143" b="-1704"/>
              </a:stretch>
            </a:blipFill>
          </p:spPr>
        </p:sp>
      </p:grpSp>
      <p:sp>
        <p:nvSpPr>
          <p:cNvPr name="TextBox 8" id="8"/>
          <p:cNvSpPr txBox="true"/>
          <p:nvPr/>
        </p:nvSpPr>
        <p:spPr>
          <a:xfrm rot="0">
            <a:off x="1338205" y="1388850"/>
            <a:ext cx="11864921" cy="2556567"/>
          </a:xfrm>
          <a:prstGeom prst="rect">
            <a:avLst/>
          </a:prstGeom>
        </p:spPr>
        <p:txBody>
          <a:bodyPr anchor="t" rtlCol="false" tIns="0" lIns="0" bIns="0" rIns="0">
            <a:spAutoFit/>
          </a:bodyPr>
          <a:lstStyle/>
          <a:p>
            <a:pPr algn="ctr">
              <a:lnSpc>
                <a:spcPts val="9601"/>
              </a:lnSpc>
            </a:pPr>
            <a:r>
              <a:rPr lang="en-US" b="true" sz="8048" i="true">
                <a:solidFill>
                  <a:srgbClr val="ED7D31"/>
                </a:solidFill>
                <a:latin typeface="Calibri (MS) Bold Italics"/>
                <a:ea typeface="Calibri (MS) Bold Italics"/>
                <a:cs typeface="Calibri (MS) Bold Italics"/>
                <a:sym typeface="Calibri (MS) Bold Italics"/>
              </a:rPr>
              <a:t>Data Science With Machine Learning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8181"/>
            <a:chOff x="0" y="0"/>
            <a:chExt cx="24384000" cy="13717575"/>
          </a:xfrm>
        </p:grpSpPr>
        <p:sp>
          <p:nvSpPr>
            <p:cNvPr name="Freeform 3" id="3"/>
            <p:cNvSpPr/>
            <p:nvPr/>
          </p:nvSpPr>
          <p:spPr>
            <a:xfrm flipH="false" flipV="false" rot="0">
              <a:off x="0" y="0"/>
              <a:ext cx="24384000" cy="13717524"/>
            </a:xfrm>
            <a:custGeom>
              <a:avLst/>
              <a:gdLst/>
              <a:ahLst/>
              <a:cxnLst/>
              <a:rect r="r" b="b" t="t" l="l"/>
              <a:pathLst>
                <a:path h="13717524" w="24384000">
                  <a:moveTo>
                    <a:pt x="0" y="0"/>
                  </a:moveTo>
                  <a:lnTo>
                    <a:pt x="24384000" y="0"/>
                  </a:lnTo>
                  <a:lnTo>
                    <a:pt x="24384000" y="13717524"/>
                  </a:lnTo>
                  <a:lnTo>
                    <a:pt x="0" y="13717524"/>
                  </a:lnTo>
                  <a:lnTo>
                    <a:pt x="0" y="0"/>
                  </a:lnTo>
                  <a:close/>
                </a:path>
              </a:pathLst>
            </a:custGeom>
            <a:blipFill>
              <a:blip r:embed="rId2"/>
              <a:stretch>
                <a:fillRect l="0" t="0" r="0" b="0"/>
              </a:stretch>
            </a:blipFill>
          </p:spPr>
        </p:sp>
      </p:grpSp>
      <p:grpSp>
        <p:nvGrpSpPr>
          <p:cNvPr name="Group 4" id="4"/>
          <p:cNvGrpSpPr/>
          <p:nvPr/>
        </p:nvGrpSpPr>
        <p:grpSpPr>
          <a:xfrm rot="0">
            <a:off x="772087" y="2198951"/>
            <a:ext cx="136798" cy="136798"/>
            <a:chOff x="0" y="0"/>
            <a:chExt cx="136792" cy="136792"/>
          </a:xfrm>
        </p:grpSpPr>
        <p:sp>
          <p:nvSpPr>
            <p:cNvPr name="Freeform 5" id="5"/>
            <p:cNvSpPr/>
            <p:nvPr/>
          </p:nvSpPr>
          <p:spPr>
            <a:xfrm flipH="false" flipV="false" rot="0">
              <a:off x="0" y="0"/>
              <a:ext cx="136901" cy="136901"/>
            </a:xfrm>
            <a:custGeom>
              <a:avLst/>
              <a:gdLst/>
              <a:ahLst/>
              <a:cxnLst/>
              <a:rect r="r" b="b" t="t" l="l"/>
              <a:pathLst>
                <a:path h="136901" w="136901">
                  <a:moveTo>
                    <a:pt x="136774" y="68451"/>
                  </a:moveTo>
                  <a:cubicBezTo>
                    <a:pt x="136774" y="72896"/>
                    <a:pt x="136393" y="77340"/>
                    <a:pt x="135504" y="81785"/>
                  </a:cubicBezTo>
                  <a:cubicBezTo>
                    <a:pt x="134615" y="86230"/>
                    <a:pt x="133345" y="90421"/>
                    <a:pt x="131567" y="94612"/>
                  </a:cubicBezTo>
                  <a:cubicBezTo>
                    <a:pt x="129789" y="98803"/>
                    <a:pt x="127758" y="102740"/>
                    <a:pt x="125218" y="106422"/>
                  </a:cubicBezTo>
                  <a:cubicBezTo>
                    <a:pt x="122678" y="110105"/>
                    <a:pt x="119884" y="113661"/>
                    <a:pt x="116709" y="116836"/>
                  </a:cubicBezTo>
                  <a:cubicBezTo>
                    <a:pt x="113534" y="120011"/>
                    <a:pt x="110105" y="122805"/>
                    <a:pt x="106295" y="125345"/>
                  </a:cubicBezTo>
                  <a:cubicBezTo>
                    <a:pt x="102485" y="127885"/>
                    <a:pt x="98676" y="129917"/>
                    <a:pt x="94485" y="131695"/>
                  </a:cubicBezTo>
                  <a:cubicBezTo>
                    <a:pt x="90294" y="133473"/>
                    <a:pt x="86103" y="134742"/>
                    <a:pt x="81658" y="135631"/>
                  </a:cubicBezTo>
                  <a:cubicBezTo>
                    <a:pt x="77213" y="136520"/>
                    <a:pt x="72768" y="136901"/>
                    <a:pt x="68324" y="136901"/>
                  </a:cubicBezTo>
                  <a:cubicBezTo>
                    <a:pt x="63879" y="136901"/>
                    <a:pt x="59434" y="136520"/>
                    <a:pt x="54989" y="135631"/>
                  </a:cubicBezTo>
                  <a:cubicBezTo>
                    <a:pt x="50544" y="134742"/>
                    <a:pt x="46353" y="133473"/>
                    <a:pt x="42163" y="131695"/>
                  </a:cubicBezTo>
                  <a:cubicBezTo>
                    <a:pt x="37972" y="129917"/>
                    <a:pt x="34035" y="127885"/>
                    <a:pt x="30352" y="125345"/>
                  </a:cubicBezTo>
                  <a:cubicBezTo>
                    <a:pt x="26669" y="122805"/>
                    <a:pt x="23113" y="120011"/>
                    <a:pt x="19938" y="116836"/>
                  </a:cubicBezTo>
                  <a:cubicBezTo>
                    <a:pt x="16763" y="113661"/>
                    <a:pt x="13970" y="110232"/>
                    <a:pt x="11430" y="106422"/>
                  </a:cubicBezTo>
                  <a:cubicBezTo>
                    <a:pt x="8890" y="102613"/>
                    <a:pt x="6858" y="98803"/>
                    <a:pt x="5080" y="94612"/>
                  </a:cubicBezTo>
                  <a:cubicBezTo>
                    <a:pt x="3302" y="90421"/>
                    <a:pt x="2159" y="86103"/>
                    <a:pt x="1270" y="81785"/>
                  </a:cubicBezTo>
                  <a:cubicBezTo>
                    <a:pt x="381" y="77467"/>
                    <a:pt x="0" y="72896"/>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3" y="6985"/>
                    <a:pt x="102739" y="9017"/>
                    <a:pt x="106422" y="11557"/>
                  </a:cubicBezTo>
                  <a:cubicBezTo>
                    <a:pt x="110105" y="14097"/>
                    <a:pt x="113661" y="16890"/>
                    <a:pt x="116836" y="20065"/>
                  </a:cubicBezTo>
                  <a:cubicBezTo>
                    <a:pt x="120011" y="23240"/>
                    <a:pt x="122805" y="26669"/>
                    <a:pt x="125345" y="30479"/>
                  </a:cubicBezTo>
                  <a:cubicBezTo>
                    <a:pt x="127885"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6" id="6"/>
          <p:cNvGrpSpPr/>
          <p:nvPr/>
        </p:nvGrpSpPr>
        <p:grpSpPr>
          <a:xfrm rot="0">
            <a:off x="781860" y="2697280"/>
            <a:ext cx="136798" cy="136798"/>
            <a:chOff x="0" y="0"/>
            <a:chExt cx="136792" cy="136792"/>
          </a:xfrm>
        </p:grpSpPr>
        <p:sp>
          <p:nvSpPr>
            <p:cNvPr name="Freeform 7" id="7"/>
            <p:cNvSpPr/>
            <p:nvPr/>
          </p:nvSpPr>
          <p:spPr>
            <a:xfrm flipH="false" flipV="false" rot="0">
              <a:off x="0" y="0"/>
              <a:ext cx="136901" cy="136901"/>
            </a:xfrm>
            <a:custGeom>
              <a:avLst/>
              <a:gdLst/>
              <a:ahLst/>
              <a:cxnLst/>
              <a:rect r="r" b="b" t="t" l="l"/>
              <a:pathLst>
                <a:path h="136901" w="136901">
                  <a:moveTo>
                    <a:pt x="136774" y="68451"/>
                  </a:moveTo>
                  <a:cubicBezTo>
                    <a:pt x="136774" y="72896"/>
                    <a:pt x="136393" y="77340"/>
                    <a:pt x="135504" y="81785"/>
                  </a:cubicBezTo>
                  <a:cubicBezTo>
                    <a:pt x="134615" y="86230"/>
                    <a:pt x="133345" y="90421"/>
                    <a:pt x="131567" y="94612"/>
                  </a:cubicBezTo>
                  <a:cubicBezTo>
                    <a:pt x="129789" y="98803"/>
                    <a:pt x="127757" y="102740"/>
                    <a:pt x="125218" y="106422"/>
                  </a:cubicBezTo>
                  <a:cubicBezTo>
                    <a:pt x="122678" y="110105"/>
                    <a:pt x="119884" y="113661"/>
                    <a:pt x="116709" y="116836"/>
                  </a:cubicBezTo>
                  <a:cubicBezTo>
                    <a:pt x="113534" y="120011"/>
                    <a:pt x="110105" y="122805"/>
                    <a:pt x="106295" y="125345"/>
                  </a:cubicBezTo>
                  <a:cubicBezTo>
                    <a:pt x="102485" y="127885"/>
                    <a:pt x="98676" y="129917"/>
                    <a:pt x="94485" y="131695"/>
                  </a:cubicBezTo>
                  <a:cubicBezTo>
                    <a:pt x="90294" y="133473"/>
                    <a:pt x="86103" y="134742"/>
                    <a:pt x="81658" y="135631"/>
                  </a:cubicBezTo>
                  <a:cubicBezTo>
                    <a:pt x="77213" y="136520"/>
                    <a:pt x="72768" y="136901"/>
                    <a:pt x="68324" y="136901"/>
                  </a:cubicBezTo>
                  <a:cubicBezTo>
                    <a:pt x="63879" y="136901"/>
                    <a:pt x="59434" y="136520"/>
                    <a:pt x="54989" y="135631"/>
                  </a:cubicBezTo>
                  <a:cubicBezTo>
                    <a:pt x="50544" y="134742"/>
                    <a:pt x="46353" y="133473"/>
                    <a:pt x="42163" y="131695"/>
                  </a:cubicBezTo>
                  <a:cubicBezTo>
                    <a:pt x="37972" y="129917"/>
                    <a:pt x="34035" y="127885"/>
                    <a:pt x="30352" y="125345"/>
                  </a:cubicBezTo>
                  <a:cubicBezTo>
                    <a:pt x="26669" y="122805"/>
                    <a:pt x="23113" y="120011"/>
                    <a:pt x="19938" y="116836"/>
                  </a:cubicBezTo>
                  <a:cubicBezTo>
                    <a:pt x="16763" y="113661"/>
                    <a:pt x="13970" y="110232"/>
                    <a:pt x="11430" y="106422"/>
                  </a:cubicBezTo>
                  <a:cubicBezTo>
                    <a:pt x="8890" y="102613"/>
                    <a:pt x="6858" y="98803"/>
                    <a:pt x="5080" y="94612"/>
                  </a:cubicBezTo>
                  <a:cubicBezTo>
                    <a:pt x="3302" y="90421"/>
                    <a:pt x="2159" y="86103"/>
                    <a:pt x="1270" y="81785"/>
                  </a:cubicBezTo>
                  <a:cubicBezTo>
                    <a:pt x="381" y="77467"/>
                    <a:pt x="0" y="72896"/>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7"/>
                    <a:pt x="113661" y="16890"/>
                    <a:pt x="116836" y="20065"/>
                  </a:cubicBezTo>
                  <a:cubicBezTo>
                    <a:pt x="120011" y="23240"/>
                    <a:pt x="122805" y="26669"/>
                    <a:pt x="125345" y="30479"/>
                  </a:cubicBezTo>
                  <a:cubicBezTo>
                    <a:pt x="127884"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8" id="8"/>
          <p:cNvGrpSpPr/>
          <p:nvPr/>
        </p:nvGrpSpPr>
        <p:grpSpPr>
          <a:xfrm rot="0">
            <a:off x="781860" y="3195609"/>
            <a:ext cx="136798" cy="136798"/>
            <a:chOff x="0" y="0"/>
            <a:chExt cx="136792" cy="136792"/>
          </a:xfrm>
        </p:grpSpPr>
        <p:sp>
          <p:nvSpPr>
            <p:cNvPr name="Freeform 9" id="9"/>
            <p:cNvSpPr/>
            <p:nvPr/>
          </p:nvSpPr>
          <p:spPr>
            <a:xfrm flipH="false" flipV="false" rot="0">
              <a:off x="0" y="0"/>
              <a:ext cx="136901" cy="136901"/>
            </a:xfrm>
            <a:custGeom>
              <a:avLst/>
              <a:gdLst/>
              <a:ahLst/>
              <a:cxnLst/>
              <a:rect r="r" b="b" t="t" l="l"/>
              <a:pathLst>
                <a:path h="136901" w="136901">
                  <a:moveTo>
                    <a:pt x="136774" y="68451"/>
                  </a:moveTo>
                  <a:cubicBezTo>
                    <a:pt x="136774" y="72896"/>
                    <a:pt x="136393" y="77340"/>
                    <a:pt x="135504" y="81785"/>
                  </a:cubicBezTo>
                  <a:cubicBezTo>
                    <a:pt x="134615" y="86230"/>
                    <a:pt x="133345" y="90421"/>
                    <a:pt x="131567" y="94612"/>
                  </a:cubicBezTo>
                  <a:cubicBezTo>
                    <a:pt x="129789" y="98803"/>
                    <a:pt x="127757" y="102740"/>
                    <a:pt x="125218" y="106422"/>
                  </a:cubicBezTo>
                  <a:cubicBezTo>
                    <a:pt x="122678" y="110105"/>
                    <a:pt x="119884" y="113661"/>
                    <a:pt x="116709" y="116836"/>
                  </a:cubicBezTo>
                  <a:cubicBezTo>
                    <a:pt x="113534" y="120011"/>
                    <a:pt x="110105" y="122805"/>
                    <a:pt x="106295" y="125345"/>
                  </a:cubicBezTo>
                  <a:cubicBezTo>
                    <a:pt x="102485" y="127885"/>
                    <a:pt x="98676" y="129917"/>
                    <a:pt x="94485" y="131695"/>
                  </a:cubicBezTo>
                  <a:cubicBezTo>
                    <a:pt x="90294" y="133473"/>
                    <a:pt x="86103" y="134742"/>
                    <a:pt x="81658" y="135631"/>
                  </a:cubicBezTo>
                  <a:cubicBezTo>
                    <a:pt x="77213" y="136520"/>
                    <a:pt x="72768" y="136901"/>
                    <a:pt x="68324" y="136901"/>
                  </a:cubicBezTo>
                  <a:cubicBezTo>
                    <a:pt x="63879" y="136901"/>
                    <a:pt x="59434" y="136520"/>
                    <a:pt x="54989" y="135631"/>
                  </a:cubicBezTo>
                  <a:cubicBezTo>
                    <a:pt x="50544" y="134742"/>
                    <a:pt x="46353" y="133473"/>
                    <a:pt x="42163" y="131695"/>
                  </a:cubicBezTo>
                  <a:cubicBezTo>
                    <a:pt x="37972" y="129917"/>
                    <a:pt x="34035" y="127885"/>
                    <a:pt x="30352" y="125345"/>
                  </a:cubicBezTo>
                  <a:cubicBezTo>
                    <a:pt x="26669" y="122805"/>
                    <a:pt x="23113" y="120011"/>
                    <a:pt x="19938" y="116836"/>
                  </a:cubicBezTo>
                  <a:cubicBezTo>
                    <a:pt x="16763" y="113661"/>
                    <a:pt x="13970" y="110232"/>
                    <a:pt x="11430" y="106422"/>
                  </a:cubicBezTo>
                  <a:cubicBezTo>
                    <a:pt x="8890" y="102613"/>
                    <a:pt x="6858" y="98803"/>
                    <a:pt x="5080" y="94612"/>
                  </a:cubicBezTo>
                  <a:cubicBezTo>
                    <a:pt x="3302" y="90421"/>
                    <a:pt x="2159" y="86103"/>
                    <a:pt x="1270" y="81785"/>
                  </a:cubicBezTo>
                  <a:cubicBezTo>
                    <a:pt x="381" y="77467"/>
                    <a:pt x="0" y="72896"/>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7"/>
                    <a:pt x="113661" y="16890"/>
                    <a:pt x="116836" y="20065"/>
                  </a:cubicBezTo>
                  <a:cubicBezTo>
                    <a:pt x="120011" y="23240"/>
                    <a:pt x="122805" y="26669"/>
                    <a:pt x="125345" y="30479"/>
                  </a:cubicBezTo>
                  <a:cubicBezTo>
                    <a:pt x="127884"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10" id="10"/>
          <p:cNvGrpSpPr/>
          <p:nvPr/>
        </p:nvGrpSpPr>
        <p:grpSpPr>
          <a:xfrm rot="0">
            <a:off x="781860" y="3693938"/>
            <a:ext cx="136798" cy="136798"/>
            <a:chOff x="0" y="0"/>
            <a:chExt cx="136792" cy="136792"/>
          </a:xfrm>
        </p:grpSpPr>
        <p:sp>
          <p:nvSpPr>
            <p:cNvPr name="Freeform 11" id="11"/>
            <p:cNvSpPr/>
            <p:nvPr/>
          </p:nvSpPr>
          <p:spPr>
            <a:xfrm flipH="false" flipV="false" rot="0">
              <a:off x="0" y="0"/>
              <a:ext cx="136901" cy="136901"/>
            </a:xfrm>
            <a:custGeom>
              <a:avLst/>
              <a:gdLst/>
              <a:ahLst/>
              <a:cxnLst/>
              <a:rect r="r" b="b" t="t" l="l"/>
              <a:pathLst>
                <a:path h="136901" w="136901">
                  <a:moveTo>
                    <a:pt x="136774" y="68451"/>
                  </a:moveTo>
                  <a:cubicBezTo>
                    <a:pt x="136774" y="72896"/>
                    <a:pt x="136393" y="77340"/>
                    <a:pt x="135504" y="81785"/>
                  </a:cubicBezTo>
                  <a:cubicBezTo>
                    <a:pt x="134615" y="86230"/>
                    <a:pt x="133345" y="90421"/>
                    <a:pt x="131567" y="94612"/>
                  </a:cubicBezTo>
                  <a:cubicBezTo>
                    <a:pt x="129789" y="98803"/>
                    <a:pt x="127757" y="102740"/>
                    <a:pt x="125218" y="106422"/>
                  </a:cubicBezTo>
                  <a:cubicBezTo>
                    <a:pt x="122678" y="110105"/>
                    <a:pt x="119884" y="113661"/>
                    <a:pt x="116709" y="116836"/>
                  </a:cubicBezTo>
                  <a:cubicBezTo>
                    <a:pt x="113534" y="120011"/>
                    <a:pt x="110105" y="122805"/>
                    <a:pt x="106295" y="125345"/>
                  </a:cubicBezTo>
                  <a:cubicBezTo>
                    <a:pt x="102485" y="127885"/>
                    <a:pt x="98676" y="129917"/>
                    <a:pt x="94485" y="131695"/>
                  </a:cubicBezTo>
                  <a:cubicBezTo>
                    <a:pt x="90294" y="133473"/>
                    <a:pt x="86103" y="134742"/>
                    <a:pt x="81658" y="135631"/>
                  </a:cubicBezTo>
                  <a:cubicBezTo>
                    <a:pt x="77213" y="136520"/>
                    <a:pt x="72768" y="136901"/>
                    <a:pt x="68324" y="136901"/>
                  </a:cubicBezTo>
                  <a:cubicBezTo>
                    <a:pt x="63879" y="136901"/>
                    <a:pt x="59434" y="136520"/>
                    <a:pt x="54989" y="135631"/>
                  </a:cubicBezTo>
                  <a:cubicBezTo>
                    <a:pt x="50544" y="134742"/>
                    <a:pt x="46353" y="133473"/>
                    <a:pt x="42163" y="131695"/>
                  </a:cubicBezTo>
                  <a:cubicBezTo>
                    <a:pt x="37972" y="129917"/>
                    <a:pt x="34035" y="127885"/>
                    <a:pt x="30352" y="125345"/>
                  </a:cubicBezTo>
                  <a:cubicBezTo>
                    <a:pt x="26669" y="122805"/>
                    <a:pt x="23113" y="120011"/>
                    <a:pt x="19938" y="116836"/>
                  </a:cubicBezTo>
                  <a:cubicBezTo>
                    <a:pt x="16763" y="113661"/>
                    <a:pt x="13970" y="110232"/>
                    <a:pt x="11430" y="106422"/>
                  </a:cubicBezTo>
                  <a:cubicBezTo>
                    <a:pt x="8890" y="102613"/>
                    <a:pt x="6858" y="98803"/>
                    <a:pt x="5080" y="94612"/>
                  </a:cubicBezTo>
                  <a:cubicBezTo>
                    <a:pt x="3302" y="90421"/>
                    <a:pt x="2159" y="86103"/>
                    <a:pt x="1270" y="81785"/>
                  </a:cubicBezTo>
                  <a:cubicBezTo>
                    <a:pt x="381" y="77467"/>
                    <a:pt x="0" y="72896"/>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7"/>
                    <a:pt x="113661" y="16890"/>
                    <a:pt x="116836" y="20065"/>
                  </a:cubicBezTo>
                  <a:cubicBezTo>
                    <a:pt x="120011" y="23240"/>
                    <a:pt x="122805" y="26669"/>
                    <a:pt x="125345" y="30479"/>
                  </a:cubicBezTo>
                  <a:cubicBezTo>
                    <a:pt x="127884"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12" id="12"/>
          <p:cNvGrpSpPr/>
          <p:nvPr/>
        </p:nvGrpSpPr>
        <p:grpSpPr>
          <a:xfrm rot="0">
            <a:off x="781860" y="4192267"/>
            <a:ext cx="136798" cy="136798"/>
            <a:chOff x="0" y="0"/>
            <a:chExt cx="136792" cy="136792"/>
          </a:xfrm>
        </p:grpSpPr>
        <p:sp>
          <p:nvSpPr>
            <p:cNvPr name="Freeform 13" id="13"/>
            <p:cNvSpPr/>
            <p:nvPr/>
          </p:nvSpPr>
          <p:spPr>
            <a:xfrm flipH="false" flipV="false" rot="0">
              <a:off x="0" y="0"/>
              <a:ext cx="136901" cy="136901"/>
            </a:xfrm>
            <a:custGeom>
              <a:avLst/>
              <a:gdLst/>
              <a:ahLst/>
              <a:cxnLst/>
              <a:rect r="r" b="b" t="t" l="l"/>
              <a:pathLst>
                <a:path h="136901" w="136901">
                  <a:moveTo>
                    <a:pt x="136774" y="68451"/>
                  </a:moveTo>
                  <a:cubicBezTo>
                    <a:pt x="136774" y="72896"/>
                    <a:pt x="136393" y="77340"/>
                    <a:pt x="135504" y="81785"/>
                  </a:cubicBezTo>
                  <a:cubicBezTo>
                    <a:pt x="134615" y="86230"/>
                    <a:pt x="133345" y="90421"/>
                    <a:pt x="131567" y="94612"/>
                  </a:cubicBezTo>
                  <a:cubicBezTo>
                    <a:pt x="129789" y="98803"/>
                    <a:pt x="127757" y="102740"/>
                    <a:pt x="125218" y="106422"/>
                  </a:cubicBezTo>
                  <a:cubicBezTo>
                    <a:pt x="122678" y="110105"/>
                    <a:pt x="119884" y="113661"/>
                    <a:pt x="116709" y="116836"/>
                  </a:cubicBezTo>
                  <a:cubicBezTo>
                    <a:pt x="113534" y="120011"/>
                    <a:pt x="110105" y="122805"/>
                    <a:pt x="106295" y="125345"/>
                  </a:cubicBezTo>
                  <a:cubicBezTo>
                    <a:pt x="102485" y="127885"/>
                    <a:pt x="98676" y="129917"/>
                    <a:pt x="94485" y="131695"/>
                  </a:cubicBezTo>
                  <a:cubicBezTo>
                    <a:pt x="90294" y="133473"/>
                    <a:pt x="86103" y="134742"/>
                    <a:pt x="81658" y="135631"/>
                  </a:cubicBezTo>
                  <a:cubicBezTo>
                    <a:pt x="77213" y="136520"/>
                    <a:pt x="72768" y="136901"/>
                    <a:pt x="68324" y="136901"/>
                  </a:cubicBezTo>
                  <a:cubicBezTo>
                    <a:pt x="63879" y="136901"/>
                    <a:pt x="59434" y="136520"/>
                    <a:pt x="54989" y="135631"/>
                  </a:cubicBezTo>
                  <a:cubicBezTo>
                    <a:pt x="50544" y="134742"/>
                    <a:pt x="46353" y="133473"/>
                    <a:pt x="42163" y="131695"/>
                  </a:cubicBezTo>
                  <a:cubicBezTo>
                    <a:pt x="37972" y="129917"/>
                    <a:pt x="34035" y="127885"/>
                    <a:pt x="30352" y="125345"/>
                  </a:cubicBezTo>
                  <a:cubicBezTo>
                    <a:pt x="26669" y="122805"/>
                    <a:pt x="23113" y="120011"/>
                    <a:pt x="19938" y="116836"/>
                  </a:cubicBezTo>
                  <a:cubicBezTo>
                    <a:pt x="16763" y="113661"/>
                    <a:pt x="13970" y="110232"/>
                    <a:pt x="11430" y="106422"/>
                  </a:cubicBezTo>
                  <a:cubicBezTo>
                    <a:pt x="8890" y="102613"/>
                    <a:pt x="6858" y="98803"/>
                    <a:pt x="5080" y="94612"/>
                  </a:cubicBezTo>
                  <a:cubicBezTo>
                    <a:pt x="3302" y="90421"/>
                    <a:pt x="2159" y="86103"/>
                    <a:pt x="1270" y="81785"/>
                  </a:cubicBezTo>
                  <a:cubicBezTo>
                    <a:pt x="381" y="77467"/>
                    <a:pt x="0" y="72896"/>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7"/>
                    <a:pt x="113661" y="16890"/>
                    <a:pt x="116836" y="20065"/>
                  </a:cubicBezTo>
                  <a:cubicBezTo>
                    <a:pt x="120011" y="23240"/>
                    <a:pt x="122805" y="26669"/>
                    <a:pt x="125345" y="30479"/>
                  </a:cubicBezTo>
                  <a:cubicBezTo>
                    <a:pt x="127884"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14" id="14"/>
          <p:cNvGrpSpPr/>
          <p:nvPr/>
        </p:nvGrpSpPr>
        <p:grpSpPr>
          <a:xfrm rot="0">
            <a:off x="781860" y="4690596"/>
            <a:ext cx="136798" cy="136798"/>
            <a:chOff x="0" y="0"/>
            <a:chExt cx="136792" cy="136792"/>
          </a:xfrm>
        </p:grpSpPr>
        <p:sp>
          <p:nvSpPr>
            <p:cNvPr name="Freeform 15" id="15"/>
            <p:cNvSpPr/>
            <p:nvPr/>
          </p:nvSpPr>
          <p:spPr>
            <a:xfrm flipH="false" flipV="false" rot="0">
              <a:off x="0" y="0"/>
              <a:ext cx="136901" cy="136901"/>
            </a:xfrm>
            <a:custGeom>
              <a:avLst/>
              <a:gdLst/>
              <a:ahLst/>
              <a:cxnLst/>
              <a:rect r="r" b="b" t="t" l="l"/>
              <a:pathLst>
                <a:path h="136901" w="136901">
                  <a:moveTo>
                    <a:pt x="136774" y="68451"/>
                  </a:moveTo>
                  <a:cubicBezTo>
                    <a:pt x="136774" y="72896"/>
                    <a:pt x="136393" y="77340"/>
                    <a:pt x="135504" y="81785"/>
                  </a:cubicBezTo>
                  <a:cubicBezTo>
                    <a:pt x="134615" y="86230"/>
                    <a:pt x="133345" y="90421"/>
                    <a:pt x="131567" y="94612"/>
                  </a:cubicBezTo>
                  <a:cubicBezTo>
                    <a:pt x="129789" y="98803"/>
                    <a:pt x="127757" y="102740"/>
                    <a:pt x="125218" y="106422"/>
                  </a:cubicBezTo>
                  <a:cubicBezTo>
                    <a:pt x="122678" y="110105"/>
                    <a:pt x="119884" y="113661"/>
                    <a:pt x="116709" y="116836"/>
                  </a:cubicBezTo>
                  <a:cubicBezTo>
                    <a:pt x="113534" y="120011"/>
                    <a:pt x="110105" y="122805"/>
                    <a:pt x="106295" y="125345"/>
                  </a:cubicBezTo>
                  <a:cubicBezTo>
                    <a:pt x="102485" y="127885"/>
                    <a:pt x="98676" y="129917"/>
                    <a:pt x="94485" y="131695"/>
                  </a:cubicBezTo>
                  <a:cubicBezTo>
                    <a:pt x="90294" y="133473"/>
                    <a:pt x="86103" y="134742"/>
                    <a:pt x="81658" y="135631"/>
                  </a:cubicBezTo>
                  <a:cubicBezTo>
                    <a:pt x="77213" y="136520"/>
                    <a:pt x="72768" y="136901"/>
                    <a:pt x="68324" y="136901"/>
                  </a:cubicBezTo>
                  <a:cubicBezTo>
                    <a:pt x="63879" y="136901"/>
                    <a:pt x="59434" y="136520"/>
                    <a:pt x="54989" y="135631"/>
                  </a:cubicBezTo>
                  <a:cubicBezTo>
                    <a:pt x="50544" y="134742"/>
                    <a:pt x="46353" y="133473"/>
                    <a:pt x="42163" y="131695"/>
                  </a:cubicBezTo>
                  <a:cubicBezTo>
                    <a:pt x="37972" y="129917"/>
                    <a:pt x="34035" y="127885"/>
                    <a:pt x="30352" y="125345"/>
                  </a:cubicBezTo>
                  <a:cubicBezTo>
                    <a:pt x="26669" y="122805"/>
                    <a:pt x="23113" y="120011"/>
                    <a:pt x="19938" y="116836"/>
                  </a:cubicBezTo>
                  <a:cubicBezTo>
                    <a:pt x="16763" y="113661"/>
                    <a:pt x="13970" y="110232"/>
                    <a:pt x="11430" y="106422"/>
                  </a:cubicBezTo>
                  <a:cubicBezTo>
                    <a:pt x="8890" y="102613"/>
                    <a:pt x="6858" y="98803"/>
                    <a:pt x="5080" y="94612"/>
                  </a:cubicBezTo>
                  <a:cubicBezTo>
                    <a:pt x="3302" y="90421"/>
                    <a:pt x="2159" y="86103"/>
                    <a:pt x="1270" y="81785"/>
                  </a:cubicBezTo>
                  <a:cubicBezTo>
                    <a:pt x="381" y="77467"/>
                    <a:pt x="0" y="72896"/>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7"/>
                    <a:pt x="113661" y="16890"/>
                    <a:pt x="116836" y="20065"/>
                  </a:cubicBezTo>
                  <a:cubicBezTo>
                    <a:pt x="120011" y="23240"/>
                    <a:pt x="122805" y="26669"/>
                    <a:pt x="125345" y="30479"/>
                  </a:cubicBezTo>
                  <a:cubicBezTo>
                    <a:pt x="127884"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16" id="16"/>
          <p:cNvGrpSpPr/>
          <p:nvPr/>
        </p:nvGrpSpPr>
        <p:grpSpPr>
          <a:xfrm rot="0">
            <a:off x="781860" y="5188925"/>
            <a:ext cx="136798" cy="136798"/>
            <a:chOff x="0" y="0"/>
            <a:chExt cx="136792" cy="136792"/>
          </a:xfrm>
        </p:grpSpPr>
        <p:sp>
          <p:nvSpPr>
            <p:cNvPr name="Freeform 17" id="17"/>
            <p:cNvSpPr/>
            <p:nvPr/>
          </p:nvSpPr>
          <p:spPr>
            <a:xfrm flipH="false" flipV="false" rot="0">
              <a:off x="0" y="0"/>
              <a:ext cx="136901" cy="136901"/>
            </a:xfrm>
            <a:custGeom>
              <a:avLst/>
              <a:gdLst/>
              <a:ahLst/>
              <a:cxnLst/>
              <a:rect r="r" b="b" t="t" l="l"/>
              <a:pathLst>
                <a:path h="136901" w="136901">
                  <a:moveTo>
                    <a:pt x="136774" y="68451"/>
                  </a:moveTo>
                  <a:cubicBezTo>
                    <a:pt x="136774" y="72895"/>
                    <a:pt x="136393" y="77340"/>
                    <a:pt x="135504" y="81785"/>
                  </a:cubicBezTo>
                  <a:cubicBezTo>
                    <a:pt x="134615" y="86230"/>
                    <a:pt x="133345" y="90421"/>
                    <a:pt x="131567" y="94612"/>
                  </a:cubicBezTo>
                  <a:cubicBezTo>
                    <a:pt x="129789" y="98802"/>
                    <a:pt x="127757" y="102739"/>
                    <a:pt x="125218" y="106422"/>
                  </a:cubicBezTo>
                  <a:cubicBezTo>
                    <a:pt x="122678" y="110105"/>
                    <a:pt x="119884" y="113661"/>
                    <a:pt x="116709" y="116836"/>
                  </a:cubicBezTo>
                  <a:cubicBezTo>
                    <a:pt x="113534" y="120011"/>
                    <a:pt x="110105" y="122805"/>
                    <a:pt x="106295" y="125344"/>
                  </a:cubicBezTo>
                  <a:cubicBezTo>
                    <a:pt x="102485" y="127884"/>
                    <a:pt x="98676" y="129916"/>
                    <a:pt x="94485" y="131694"/>
                  </a:cubicBezTo>
                  <a:cubicBezTo>
                    <a:pt x="90294" y="133472"/>
                    <a:pt x="86103" y="134742"/>
                    <a:pt x="81658" y="135631"/>
                  </a:cubicBezTo>
                  <a:cubicBezTo>
                    <a:pt x="77213" y="136520"/>
                    <a:pt x="72768" y="136901"/>
                    <a:pt x="68324" y="136901"/>
                  </a:cubicBezTo>
                  <a:cubicBezTo>
                    <a:pt x="63879" y="136901"/>
                    <a:pt x="59434" y="136520"/>
                    <a:pt x="54989" y="135631"/>
                  </a:cubicBezTo>
                  <a:cubicBezTo>
                    <a:pt x="50544" y="134742"/>
                    <a:pt x="46353" y="133472"/>
                    <a:pt x="42163" y="131694"/>
                  </a:cubicBezTo>
                  <a:cubicBezTo>
                    <a:pt x="37972" y="129916"/>
                    <a:pt x="34035" y="127884"/>
                    <a:pt x="30352" y="125344"/>
                  </a:cubicBezTo>
                  <a:cubicBezTo>
                    <a:pt x="26669" y="122805"/>
                    <a:pt x="23113" y="120011"/>
                    <a:pt x="19938" y="116836"/>
                  </a:cubicBezTo>
                  <a:cubicBezTo>
                    <a:pt x="16763" y="113661"/>
                    <a:pt x="13970" y="110232"/>
                    <a:pt x="11430" y="106422"/>
                  </a:cubicBezTo>
                  <a:cubicBezTo>
                    <a:pt x="8890" y="102612"/>
                    <a:pt x="6858" y="98802"/>
                    <a:pt x="5080" y="94612"/>
                  </a:cubicBezTo>
                  <a:cubicBezTo>
                    <a:pt x="3302" y="90421"/>
                    <a:pt x="2159" y="86103"/>
                    <a:pt x="1270" y="81785"/>
                  </a:cubicBezTo>
                  <a:cubicBezTo>
                    <a:pt x="381" y="77467"/>
                    <a:pt x="0" y="72895"/>
                    <a:pt x="0" y="68451"/>
                  </a:cubicBezTo>
                  <a:cubicBezTo>
                    <a:pt x="0" y="64006"/>
                    <a:pt x="381" y="59561"/>
                    <a:pt x="1270" y="55116"/>
                  </a:cubicBezTo>
                  <a:cubicBezTo>
                    <a:pt x="2159" y="50671"/>
                    <a:pt x="3429" y="46480"/>
                    <a:pt x="5207" y="42289"/>
                  </a:cubicBezTo>
                  <a:cubicBezTo>
                    <a:pt x="6985" y="38099"/>
                    <a:pt x="9017" y="34162"/>
                    <a:pt x="11557" y="30479"/>
                  </a:cubicBezTo>
                  <a:cubicBezTo>
                    <a:pt x="14097" y="26796"/>
                    <a:pt x="16890" y="23240"/>
                    <a:pt x="20065" y="20065"/>
                  </a:cubicBezTo>
                  <a:cubicBezTo>
                    <a:pt x="23240" y="16890"/>
                    <a:pt x="26669" y="14096"/>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6"/>
                    <a:pt x="113661" y="16890"/>
                    <a:pt x="116836" y="20065"/>
                  </a:cubicBezTo>
                  <a:cubicBezTo>
                    <a:pt x="120011" y="23240"/>
                    <a:pt x="122805" y="26669"/>
                    <a:pt x="125345" y="30479"/>
                  </a:cubicBezTo>
                  <a:cubicBezTo>
                    <a:pt x="127884" y="34289"/>
                    <a:pt x="129916" y="38099"/>
                    <a:pt x="131694" y="42289"/>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18" id="18"/>
          <p:cNvGrpSpPr/>
          <p:nvPr/>
        </p:nvGrpSpPr>
        <p:grpSpPr>
          <a:xfrm rot="0">
            <a:off x="781860" y="5687254"/>
            <a:ext cx="136798" cy="136798"/>
            <a:chOff x="0" y="0"/>
            <a:chExt cx="136792" cy="136792"/>
          </a:xfrm>
        </p:grpSpPr>
        <p:sp>
          <p:nvSpPr>
            <p:cNvPr name="Freeform 19" id="19"/>
            <p:cNvSpPr/>
            <p:nvPr/>
          </p:nvSpPr>
          <p:spPr>
            <a:xfrm flipH="false" flipV="false" rot="0">
              <a:off x="0" y="0"/>
              <a:ext cx="136901" cy="136901"/>
            </a:xfrm>
            <a:custGeom>
              <a:avLst/>
              <a:gdLst/>
              <a:ahLst/>
              <a:cxnLst/>
              <a:rect r="r" b="b" t="t" l="l"/>
              <a:pathLst>
                <a:path h="136901" w="136901">
                  <a:moveTo>
                    <a:pt x="136774" y="68451"/>
                  </a:moveTo>
                  <a:cubicBezTo>
                    <a:pt x="136774" y="72895"/>
                    <a:pt x="136393" y="77340"/>
                    <a:pt x="135504" y="81785"/>
                  </a:cubicBezTo>
                  <a:cubicBezTo>
                    <a:pt x="134615" y="86230"/>
                    <a:pt x="133345" y="90421"/>
                    <a:pt x="131567" y="94612"/>
                  </a:cubicBezTo>
                  <a:cubicBezTo>
                    <a:pt x="129789" y="98802"/>
                    <a:pt x="127757" y="102739"/>
                    <a:pt x="125218" y="106422"/>
                  </a:cubicBezTo>
                  <a:cubicBezTo>
                    <a:pt x="122678" y="110105"/>
                    <a:pt x="119884" y="113661"/>
                    <a:pt x="116709" y="116836"/>
                  </a:cubicBezTo>
                  <a:cubicBezTo>
                    <a:pt x="113534" y="120011"/>
                    <a:pt x="110105" y="122805"/>
                    <a:pt x="106295" y="125344"/>
                  </a:cubicBezTo>
                  <a:cubicBezTo>
                    <a:pt x="102485" y="127884"/>
                    <a:pt x="98676" y="129916"/>
                    <a:pt x="94485" y="131694"/>
                  </a:cubicBezTo>
                  <a:cubicBezTo>
                    <a:pt x="90294" y="133472"/>
                    <a:pt x="86103" y="134742"/>
                    <a:pt x="81658" y="135631"/>
                  </a:cubicBezTo>
                  <a:cubicBezTo>
                    <a:pt x="77213" y="136520"/>
                    <a:pt x="72768" y="136901"/>
                    <a:pt x="68324" y="136901"/>
                  </a:cubicBezTo>
                  <a:cubicBezTo>
                    <a:pt x="63879" y="136901"/>
                    <a:pt x="59434" y="136520"/>
                    <a:pt x="54989" y="135631"/>
                  </a:cubicBezTo>
                  <a:cubicBezTo>
                    <a:pt x="50544" y="134742"/>
                    <a:pt x="46353" y="133472"/>
                    <a:pt x="42163" y="131694"/>
                  </a:cubicBezTo>
                  <a:cubicBezTo>
                    <a:pt x="37972" y="129916"/>
                    <a:pt x="34035" y="127884"/>
                    <a:pt x="30352" y="125344"/>
                  </a:cubicBezTo>
                  <a:cubicBezTo>
                    <a:pt x="26669" y="122805"/>
                    <a:pt x="23113" y="120011"/>
                    <a:pt x="19938" y="116836"/>
                  </a:cubicBezTo>
                  <a:cubicBezTo>
                    <a:pt x="16763" y="113661"/>
                    <a:pt x="13970" y="110232"/>
                    <a:pt x="11430" y="106422"/>
                  </a:cubicBezTo>
                  <a:cubicBezTo>
                    <a:pt x="8890" y="102612"/>
                    <a:pt x="6858" y="98802"/>
                    <a:pt x="5080" y="94612"/>
                  </a:cubicBezTo>
                  <a:cubicBezTo>
                    <a:pt x="3302" y="90421"/>
                    <a:pt x="2159" y="86103"/>
                    <a:pt x="1270" y="81785"/>
                  </a:cubicBezTo>
                  <a:cubicBezTo>
                    <a:pt x="381" y="77467"/>
                    <a:pt x="0" y="72895"/>
                    <a:pt x="0" y="68451"/>
                  </a:cubicBezTo>
                  <a:cubicBezTo>
                    <a:pt x="0" y="64006"/>
                    <a:pt x="381" y="59561"/>
                    <a:pt x="1270" y="55116"/>
                  </a:cubicBezTo>
                  <a:cubicBezTo>
                    <a:pt x="2159" y="50671"/>
                    <a:pt x="3429" y="46480"/>
                    <a:pt x="5207" y="42289"/>
                  </a:cubicBezTo>
                  <a:cubicBezTo>
                    <a:pt x="6985" y="38099"/>
                    <a:pt x="9017" y="34162"/>
                    <a:pt x="11557" y="30479"/>
                  </a:cubicBezTo>
                  <a:cubicBezTo>
                    <a:pt x="14097" y="26796"/>
                    <a:pt x="16890" y="23240"/>
                    <a:pt x="20065" y="20065"/>
                  </a:cubicBezTo>
                  <a:cubicBezTo>
                    <a:pt x="23240" y="16890"/>
                    <a:pt x="26669" y="14096"/>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6"/>
                    <a:pt x="113661" y="16890"/>
                    <a:pt x="116836" y="20065"/>
                  </a:cubicBezTo>
                  <a:cubicBezTo>
                    <a:pt x="120011" y="23240"/>
                    <a:pt x="122805" y="26669"/>
                    <a:pt x="125345" y="30479"/>
                  </a:cubicBezTo>
                  <a:cubicBezTo>
                    <a:pt x="127884" y="34289"/>
                    <a:pt x="129916" y="38099"/>
                    <a:pt x="131694" y="42289"/>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20" id="20"/>
          <p:cNvGrpSpPr/>
          <p:nvPr/>
        </p:nvGrpSpPr>
        <p:grpSpPr>
          <a:xfrm rot="0">
            <a:off x="781860" y="6185592"/>
            <a:ext cx="136798" cy="136798"/>
            <a:chOff x="0" y="0"/>
            <a:chExt cx="136792" cy="136792"/>
          </a:xfrm>
        </p:grpSpPr>
        <p:sp>
          <p:nvSpPr>
            <p:cNvPr name="Freeform 21" id="21"/>
            <p:cNvSpPr/>
            <p:nvPr/>
          </p:nvSpPr>
          <p:spPr>
            <a:xfrm flipH="false" flipV="false" rot="0">
              <a:off x="0" y="0"/>
              <a:ext cx="136901" cy="136901"/>
            </a:xfrm>
            <a:custGeom>
              <a:avLst/>
              <a:gdLst/>
              <a:ahLst/>
              <a:cxnLst/>
              <a:rect r="r" b="b" t="t" l="l"/>
              <a:pathLst>
                <a:path h="136901" w="136901">
                  <a:moveTo>
                    <a:pt x="136774" y="68451"/>
                  </a:moveTo>
                  <a:cubicBezTo>
                    <a:pt x="136774" y="72896"/>
                    <a:pt x="136393" y="77340"/>
                    <a:pt x="135504" y="81785"/>
                  </a:cubicBezTo>
                  <a:cubicBezTo>
                    <a:pt x="134615" y="86230"/>
                    <a:pt x="133345" y="90421"/>
                    <a:pt x="131567" y="94612"/>
                  </a:cubicBezTo>
                  <a:cubicBezTo>
                    <a:pt x="129789" y="98803"/>
                    <a:pt x="127757" y="102740"/>
                    <a:pt x="125218" y="106422"/>
                  </a:cubicBezTo>
                  <a:cubicBezTo>
                    <a:pt x="122678" y="110105"/>
                    <a:pt x="119884" y="113661"/>
                    <a:pt x="116709" y="116836"/>
                  </a:cubicBezTo>
                  <a:cubicBezTo>
                    <a:pt x="113534" y="120011"/>
                    <a:pt x="110105" y="122805"/>
                    <a:pt x="106295" y="125345"/>
                  </a:cubicBezTo>
                  <a:cubicBezTo>
                    <a:pt x="102485" y="127885"/>
                    <a:pt x="98676" y="129917"/>
                    <a:pt x="94485" y="131695"/>
                  </a:cubicBezTo>
                  <a:cubicBezTo>
                    <a:pt x="90294" y="133473"/>
                    <a:pt x="86103" y="134742"/>
                    <a:pt x="81658" y="135631"/>
                  </a:cubicBezTo>
                  <a:cubicBezTo>
                    <a:pt x="77213" y="136520"/>
                    <a:pt x="72768" y="136901"/>
                    <a:pt x="68324" y="136901"/>
                  </a:cubicBezTo>
                  <a:cubicBezTo>
                    <a:pt x="63879" y="136901"/>
                    <a:pt x="59434" y="136520"/>
                    <a:pt x="54989" y="135631"/>
                  </a:cubicBezTo>
                  <a:cubicBezTo>
                    <a:pt x="50544" y="134742"/>
                    <a:pt x="46353" y="133473"/>
                    <a:pt x="42163" y="131695"/>
                  </a:cubicBezTo>
                  <a:cubicBezTo>
                    <a:pt x="37972" y="129917"/>
                    <a:pt x="34035" y="127885"/>
                    <a:pt x="30352" y="125345"/>
                  </a:cubicBezTo>
                  <a:cubicBezTo>
                    <a:pt x="26669" y="122805"/>
                    <a:pt x="23113" y="120011"/>
                    <a:pt x="19938" y="116836"/>
                  </a:cubicBezTo>
                  <a:cubicBezTo>
                    <a:pt x="16763" y="113661"/>
                    <a:pt x="13970" y="110232"/>
                    <a:pt x="11430" y="106422"/>
                  </a:cubicBezTo>
                  <a:cubicBezTo>
                    <a:pt x="8890" y="102613"/>
                    <a:pt x="6858" y="98803"/>
                    <a:pt x="5080" y="94612"/>
                  </a:cubicBezTo>
                  <a:cubicBezTo>
                    <a:pt x="3302" y="90421"/>
                    <a:pt x="2159" y="86103"/>
                    <a:pt x="1270" y="81785"/>
                  </a:cubicBezTo>
                  <a:cubicBezTo>
                    <a:pt x="381" y="77467"/>
                    <a:pt x="0" y="72896"/>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7"/>
                    <a:pt x="113661" y="16890"/>
                    <a:pt x="116836" y="20065"/>
                  </a:cubicBezTo>
                  <a:cubicBezTo>
                    <a:pt x="120011" y="23240"/>
                    <a:pt x="122805" y="26669"/>
                    <a:pt x="125345" y="30479"/>
                  </a:cubicBezTo>
                  <a:cubicBezTo>
                    <a:pt x="127884"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22" id="22"/>
          <p:cNvGrpSpPr/>
          <p:nvPr/>
        </p:nvGrpSpPr>
        <p:grpSpPr>
          <a:xfrm rot="0">
            <a:off x="781860" y="6683921"/>
            <a:ext cx="136798" cy="136798"/>
            <a:chOff x="0" y="0"/>
            <a:chExt cx="136792" cy="136792"/>
          </a:xfrm>
        </p:grpSpPr>
        <p:sp>
          <p:nvSpPr>
            <p:cNvPr name="Freeform 23" id="23"/>
            <p:cNvSpPr/>
            <p:nvPr/>
          </p:nvSpPr>
          <p:spPr>
            <a:xfrm flipH="false" flipV="false" rot="0">
              <a:off x="0" y="0"/>
              <a:ext cx="136901" cy="136901"/>
            </a:xfrm>
            <a:custGeom>
              <a:avLst/>
              <a:gdLst/>
              <a:ahLst/>
              <a:cxnLst/>
              <a:rect r="r" b="b" t="t" l="l"/>
              <a:pathLst>
                <a:path h="136901" w="136901">
                  <a:moveTo>
                    <a:pt x="136774" y="68451"/>
                  </a:moveTo>
                  <a:cubicBezTo>
                    <a:pt x="136774" y="72895"/>
                    <a:pt x="136393" y="77340"/>
                    <a:pt x="135504" y="81785"/>
                  </a:cubicBezTo>
                  <a:cubicBezTo>
                    <a:pt x="134615" y="86230"/>
                    <a:pt x="133345" y="90421"/>
                    <a:pt x="131567" y="94612"/>
                  </a:cubicBezTo>
                  <a:cubicBezTo>
                    <a:pt x="129789" y="98802"/>
                    <a:pt x="127757" y="102739"/>
                    <a:pt x="125218" y="106422"/>
                  </a:cubicBezTo>
                  <a:cubicBezTo>
                    <a:pt x="122678" y="110105"/>
                    <a:pt x="119884" y="113661"/>
                    <a:pt x="116709" y="116836"/>
                  </a:cubicBezTo>
                  <a:cubicBezTo>
                    <a:pt x="113534" y="120011"/>
                    <a:pt x="110105" y="122805"/>
                    <a:pt x="106295" y="125344"/>
                  </a:cubicBezTo>
                  <a:cubicBezTo>
                    <a:pt x="102485" y="127884"/>
                    <a:pt x="98676" y="129916"/>
                    <a:pt x="94485" y="131694"/>
                  </a:cubicBezTo>
                  <a:cubicBezTo>
                    <a:pt x="90294" y="133472"/>
                    <a:pt x="86103" y="134742"/>
                    <a:pt x="81658" y="135631"/>
                  </a:cubicBezTo>
                  <a:cubicBezTo>
                    <a:pt x="77213" y="136520"/>
                    <a:pt x="72768" y="136901"/>
                    <a:pt x="68324" y="136901"/>
                  </a:cubicBezTo>
                  <a:cubicBezTo>
                    <a:pt x="63879" y="136901"/>
                    <a:pt x="59434" y="136520"/>
                    <a:pt x="54989" y="135631"/>
                  </a:cubicBezTo>
                  <a:cubicBezTo>
                    <a:pt x="50544" y="134742"/>
                    <a:pt x="46353" y="133472"/>
                    <a:pt x="42163" y="131694"/>
                  </a:cubicBezTo>
                  <a:cubicBezTo>
                    <a:pt x="37972" y="129916"/>
                    <a:pt x="34035" y="127884"/>
                    <a:pt x="30352" y="125344"/>
                  </a:cubicBezTo>
                  <a:cubicBezTo>
                    <a:pt x="26669" y="122805"/>
                    <a:pt x="23113" y="120011"/>
                    <a:pt x="19938" y="116836"/>
                  </a:cubicBezTo>
                  <a:cubicBezTo>
                    <a:pt x="16763" y="113661"/>
                    <a:pt x="13970" y="110232"/>
                    <a:pt x="11430" y="106422"/>
                  </a:cubicBezTo>
                  <a:cubicBezTo>
                    <a:pt x="8890" y="102612"/>
                    <a:pt x="6858" y="98802"/>
                    <a:pt x="5080" y="94612"/>
                  </a:cubicBezTo>
                  <a:cubicBezTo>
                    <a:pt x="3302" y="90421"/>
                    <a:pt x="2159" y="86103"/>
                    <a:pt x="1270" y="81785"/>
                  </a:cubicBezTo>
                  <a:cubicBezTo>
                    <a:pt x="381" y="77467"/>
                    <a:pt x="0" y="72895"/>
                    <a:pt x="0" y="68451"/>
                  </a:cubicBezTo>
                  <a:cubicBezTo>
                    <a:pt x="0" y="64006"/>
                    <a:pt x="381" y="59561"/>
                    <a:pt x="1270" y="55116"/>
                  </a:cubicBezTo>
                  <a:cubicBezTo>
                    <a:pt x="2159" y="50671"/>
                    <a:pt x="3429" y="46480"/>
                    <a:pt x="5207" y="42289"/>
                  </a:cubicBezTo>
                  <a:cubicBezTo>
                    <a:pt x="6985" y="38099"/>
                    <a:pt x="9017" y="34162"/>
                    <a:pt x="11557" y="30479"/>
                  </a:cubicBezTo>
                  <a:cubicBezTo>
                    <a:pt x="14097" y="26796"/>
                    <a:pt x="16890" y="23240"/>
                    <a:pt x="20065" y="20065"/>
                  </a:cubicBezTo>
                  <a:cubicBezTo>
                    <a:pt x="23240" y="16890"/>
                    <a:pt x="26669" y="14096"/>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6"/>
                    <a:pt x="113661" y="16890"/>
                    <a:pt x="116836" y="20065"/>
                  </a:cubicBezTo>
                  <a:cubicBezTo>
                    <a:pt x="120011" y="23240"/>
                    <a:pt x="122805" y="26669"/>
                    <a:pt x="125345" y="30479"/>
                  </a:cubicBezTo>
                  <a:cubicBezTo>
                    <a:pt x="127884" y="34289"/>
                    <a:pt x="129916" y="38099"/>
                    <a:pt x="131694" y="42289"/>
                  </a:cubicBezTo>
                  <a:cubicBezTo>
                    <a:pt x="133472" y="46480"/>
                    <a:pt x="134742" y="50671"/>
                    <a:pt x="135631" y="55116"/>
                  </a:cubicBezTo>
                  <a:cubicBezTo>
                    <a:pt x="136520" y="59561"/>
                    <a:pt x="136901" y="64006"/>
                    <a:pt x="136901" y="68451"/>
                  </a:cubicBezTo>
                  <a:close/>
                </a:path>
              </a:pathLst>
            </a:custGeom>
            <a:solidFill>
              <a:srgbClr val="FFFFFF"/>
            </a:solidFill>
          </p:spPr>
        </p:sp>
      </p:grpSp>
      <p:grpSp>
        <p:nvGrpSpPr>
          <p:cNvPr name="Group 24" id="24"/>
          <p:cNvGrpSpPr/>
          <p:nvPr/>
        </p:nvGrpSpPr>
        <p:grpSpPr>
          <a:xfrm rot="0">
            <a:off x="781860" y="7182250"/>
            <a:ext cx="136798" cy="136798"/>
            <a:chOff x="0" y="0"/>
            <a:chExt cx="136792" cy="136792"/>
          </a:xfrm>
        </p:grpSpPr>
        <p:sp>
          <p:nvSpPr>
            <p:cNvPr name="Freeform 25" id="25"/>
            <p:cNvSpPr/>
            <p:nvPr/>
          </p:nvSpPr>
          <p:spPr>
            <a:xfrm flipH="false" flipV="false" rot="0">
              <a:off x="0" y="0"/>
              <a:ext cx="136901" cy="136901"/>
            </a:xfrm>
            <a:custGeom>
              <a:avLst/>
              <a:gdLst/>
              <a:ahLst/>
              <a:cxnLst/>
              <a:rect r="r" b="b" t="t" l="l"/>
              <a:pathLst>
                <a:path h="136901" w="136901">
                  <a:moveTo>
                    <a:pt x="136774" y="68451"/>
                  </a:moveTo>
                  <a:cubicBezTo>
                    <a:pt x="136774" y="72895"/>
                    <a:pt x="136393" y="77340"/>
                    <a:pt x="135504" y="81785"/>
                  </a:cubicBezTo>
                  <a:cubicBezTo>
                    <a:pt x="134615" y="86230"/>
                    <a:pt x="133345" y="90421"/>
                    <a:pt x="131567" y="94612"/>
                  </a:cubicBezTo>
                  <a:cubicBezTo>
                    <a:pt x="129789" y="98803"/>
                    <a:pt x="127757" y="102739"/>
                    <a:pt x="125218" y="106422"/>
                  </a:cubicBezTo>
                  <a:cubicBezTo>
                    <a:pt x="122678" y="110105"/>
                    <a:pt x="119884" y="113661"/>
                    <a:pt x="116709" y="116836"/>
                  </a:cubicBezTo>
                  <a:cubicBezTo>
                    <a:pt x="113534" y="120011"/>
                    <a:pt x="110105" y="122805"/>
                    <a:pt x="106295" y="125345"/>
                  </a:cubicBezTo>
                  <a:cubicBezTo>
                    <a:pt x="102485" y="127885"/>
                    <a:pt x="98676" y="129916"/>
                    <a:pt x="94485" y="131694"/>
                  </a:cubicBezTo>
                  <a:cubicBezTo>
                    <a:pt x="90294" y="133472"/>
                    <a:pt x="86103" y="134742"/>
                    <a:pt x="81658" y="135631"/>
                  </a:cubicBezTo>
                  <a:cubicBezTo>
                    <a:pt x="77213" y="136520"/>
                    <a:pt x="72768" y="136901"/>
                    <a:pt x="68324" y="136901"/>
                  </a:cubicBezTo>
                  <a:cubicBezTo>
                    <a:pt x="63879" y="136901"/>
                    <a:pt x="59434" y="136520"/>
                    <a:pt x="54989" y="135631"/>
                  </a:cubicBezTo>
                  <a:cubicBezTo>
                    <a:pt x="50544" y="134742"/>
                    <a:pt x="46353" y="133472"/>
                    <a:pt x="42163" y="131694"/>
                  </a:cubicBezTo>
                  <a:cubicBezTo>
                    <a:pt x="37972" y="129916"/>
                    <a:pt x="34035" y="127885"/>
                    <a:pt x="30352" y="125345"/>
                  </a:cubicBezTo>
                  <a:cubicBezTo>
                    <a:pt x="26669" y="122805"/>
                    <a:pt x="23113" y="120011"/>
                    <a:pt x="19938" y="116836"/>
                  </a:cubicBezTo>
                  <a:cubicBezTo>
                    <a:pt x="16763" y="113661"/>
                    <a:pt x="13970" y="110232"/>
                    <a:pt x="11430" y="106422"/>
                  </a:cubicBezTo>
                  <a:cubicBezTo>
                    <a:pt x="8890" y="102612"/>
                    <a:pt x="6858" y="98803"/>
                    <a:pt x="5080" y="94612"/>
                  </a:cubicBezTo>
                  <a:cubicBezTo>
                    <a:pt x="3302" y="90421"/>
                    <a:pt x="2159" y="86103"/>
                    <a:pt x="1270" y="81785"/>
                  </a:cubicBezTo>
                  <a:cubicBezTo>
                    <a:pt x="381" y="77467"/>
                    <a:pt x="0" y="72895"/>
                    <a:pt x="0" y="68451"/>
                  </a:cubicBezTo>
                  <a:cubicBezTo>
                    <a:pt x="0" y="64006"/>
                    <a:pt x="381" y="59561"/>
                    <a:pt x="1270" y="55116"/>
                  </a:cubicBezTo>
                  <a:cubicBezTo>
                    <a:pt x="2159" y="50671"/>
                    <a:pt x="3429" y="46480"/>
                    <a:pt x="5207" y="42290"/>
                  </a:cubicBezTo>
                  <a:cubicBezTo>
                    <a:pt x="6985" y="38099"/>
                    <a:pt x="9017" y="34162"/>
                    <a:pt x="11557" y="30479"/>
                  </a:cubicBezTo>
                  <a:cubicBezTo>
                    <a:pt x="14097" y="26796"/>
                    <a:pt x="16890" y="23240"/>
                    <a:pt x="20065" y="20065"/>
                  </a:cubicBezTo>
                  <a:cubicBezTo>
                    <a:pt x="23240" y="16890"/>
                    <a:pt x="26669" y="14097"/>
                    <a:pt x="30479" y="11557"/>
                  </a:cubicBezTo>
                  <a:cubicBezTo>
                    <a:pt x="34289" y="9017"/>
                    <a:pt x="38099" y="6985"/>
                    <a:pt x="42290" y="5207"/>
                  </a:cubicBezTo>
                  <a:cubicBezTo>
                    <a:pt x="46480" y="3429"/>
                    <a:pt x="50671" y="2159"/>
                    <a:pt x="54989" y="1270"/>
                  </a:cubicBezTo>
                  <a:cubicBezTo>
                    <a:pt x="59307" y="381"/>
                    <a:pt x="63879" y="0"/>
                    <a:pt x="68451" y="0"/>
                  </a:cubicBezTo>
                  <a:cubicBezTo>
                    <a:pt x="73022" y="0"/>
                    <a:pt x="77340" y="381"/>
                    <a:pt x="81785" y="1270"/>
                  </a:cubicBezTo>
                  <a:cubicBezTo>
                    <a:pt x="86230" y="2159"/>
                    <a:pt x="90421" y="3429"/>
                    <a:pt x="94612" y="5207"/>
                  </a:cubicBezTo>
                  <a:cubicBezTo>
                    <a:pt x="98802" y="6985"/>
                    <a:pt x="102739" y="9017"/>
                    <a:pt x="106422" y="11557"/>
                  </a:cubicBezTo>
                  <a:cubicBezTo>
                    <a:pt x="110105" y="14097"/>
                    <a:pt x="113661" y="16890"/>
                    <a:pt x="116836" y="20065"/>
                  </a:cubicBezTo>
                  <a:cubicBezTo>
                    <a:pt x="120011" y="23240"/>
                    <a:pt x="122805" y="26669"/>
                    <a:pt x="125345" y="30479"/>
                  </a:cubicBezTo>
                  <a:cubicBezTo>
                    <a:pt x="127884" y="34289"/>
                    <a:pt x="129916" y="38099"/>
                    <a:pt x="131694" y="42290"/>
                  </a:cubicBezTo>
                  <a:cubicBezTo>
                    <a:pt x="133472" y="46480"/>
                    <a:pt x="134742" y="50671"/>
                    <a:pt x="135631" y="55116"/>
                  </a:cubicBezTo>
                  <a:cubicBezTo>
                    <a:pt x="136520" y="59561"/>
                    <a:pt x="136901" y="64006"/>
                    <a:pt x="136901" y="68451"/>
                  </a:cubicBezTo>
                  <a:close/>
                </a:path>
              </a:pathLst>
            </a:custGeom>
            <a:solidFill>
              <a:srgbClr val="FFFFFF"/>
            </a:solidFill>
          </p:spPr>
        </p:sp>
      </p:grpSp>
      <p:sp>
        <p:nvSpPr>
          <p:cNvPr name="Freeform 26" id="26"/>
          <p:cNvSpPr/>
          <p:nvPr/>
        </p:nvSpPr>
        <p:spPr>
          <a:xfrm flipH="false" flipV="false" rot="0">
            <a:off x="8167735" y="7050738"/>
            <a:ext cx="2717587" cy="2698747"/>
          </a:xfrm>
          <a:custGeom>
            <a:avLst/>
            <a:gdLst/>
            <a:ahLst/>
            <a:cxnLst/>
            <a:rect r="r" b="b" t="t" l="l"/>
            <a:pathLst>
              <a:path h="2698747" w="2717587">
                <a:moveTo>
                  <a:pt x="0" y="0"/>
                </a:moveTo>
                <a:lnTo>
                  <a:pt x="2717587" y="0"/>
                </a:lnTo>
                <a:lnTo>
                  <a:pt x="2717587" y="2698747"/>
                </a:lnTo>
                <a:lnTo>
                  <a:pt x="0" y="26987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7" id="27"/>
          <p:cNvSpPr txBox="true"/>
          <p:nvPr/>
        </p:nvSpPr>
        <p:spPr>
          <a:xfrm rot="0">
            <a:off x="449637" y="185461"/>
            <a:ext cx="9930470"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WHAT WE WILL LEARN</a:t>
            </a:r>
          </a:p>
        </p:txBody>
      </p:sp>
      <p:sp>
        <p:nvSpPr>
          <p:cNvPr name="TextBox 28" id="28"/>
          <p:cNvSpPr txBox="true"/>
          <p:nvPr/>
        </p:nvSpPr>
        <p:spPr>
          <a:xfrm rot="0">
            <a:off x="1118502" y="2021805"/>
            <a:ext cx="12475416" cy="5525738"/>
          </a:xfrm>
          <a:prstGeom prst="rect">
            <a:avLst/>
          </a:prstGeom>
        </p:spPr>
        <p:txBody>
          <a:bodyPr anchor="t" rtlCol="false" tIns="0" lIns="0" bIns="0" rIns="0">
            <a:spAutoFit/>
          </a:bodyPr>
          <a:lstStyle/>
          <a:p>
            <a:pPr algn="l">
              <a:lnSpc>
                <a:spcPts val="3925"/>
              </a:lnSpc>
            </a:pPr>
            <a:r>
              <a:rPr lang="en-US" sz="3693">
                <a:solidFill>
                  <a:srgbClr val="FFFFFF"/>
                </a:solidFill>
                <a:latin typeface="Times New Roman"/>
                <a:ea typeface="Times New Roman"/>
                <a:cs typeface="Times New Roman"/>
                <a:sym typeface="Times New Roman"/>
              </a:rPr>
              <a:t> </a:t>
            </a:r>
          </a:p>
          <a:p>
            <a:pPr algn="l">
              <a:lnSpc>
                <a:spcPts val="3925"/>
              </a:lnSpc>
            </a:pPr>
            <a:r>
              <a:rPr lang="en-US" sz="3693">
                <a:solidFill>
                  <a:srgbClr val="FFFFFF"/>
                </a:solidFill>
                <a:latin typeface="Times New Roman"/>
                <a:ea typeface="Times New Roman"/>
                <a:cs typeface="Times New Roman"/>
                <a:sym typeface="Times New Roman"/>
              </a:rPr>
              <a:t>Importance of Data in the World?</a:t>
            </a:r>
          </a:p>
          <a:p>
            <a:pPr algn="l">
              <a:lnSpc>
                <a:spcPts val="3925"/>
              </a:lnSpc>
            </a:pPr>
            <a:r>
              <a:rPr lang="en-US" sz="3693">
                <a:solidFill>
                  <a:srgbClr val="FFFFFF"/>
                </a:solidFill>
                <a:latin typeface="Times New Roman"/>
                <a:ea typeface="Times New Roman"/>
                <a:cs typeface="Times New Roman"/>
                <a:sym typeface="Times New Roman"/>
              </a:rPr>
              <a:t>Use cases of data in the world?</a:t>
            </a:r>
          </a:p>
          <a:p>
            <a:pPr algn="l">
              <a:lnSpc>
                <a:spcPts val="3925"/>
              </a:lnSpc>
            </a:pPr>
            <a:r>
              <a:rPr lang="en-US" sz="3693">
                <a:solidFill>
                  <a:srgbClr val="FFFFFF"/>
                </a:solidFill>
                <a:latin typeface="Times New Roman"/>
                <a:ea typeface="Times New Roman"/>
                <a:cs typeface="Times New Roman"/>
                <a:sym typeface="Times New Roman"/>
              </a:rPr>
              <a:t>Data Science and Machine Learning ?</a:t>
            </a:r>
          </a:p>
          <a:p>
            <a:pPr algn="l">
              <a:lnSpc>
                <a:spcPts val="3925"/>
              </a:lnSpc>
            </a:pPr>
            <a:r>
              <a:rPr lang="en-US" sz="3693">
                <a:solidFill>
                  <a:srgbClr val="FFFFFF"/>
                </a:solidFill>
                <a:latin typeface="Times New Roman"/>
                <a:ea typeface="Times New Roman"/>
                <a:cs typeface="Times New Roman"/>
                <a:sym typeface="Times New Roman"/>
              </a:rPr>
              <a:t>Scope of Data Science &amp; Machine Learning?</a:t>
            </a:r>
          </a:p>
          <a:p>
            <a:pPr algn="l">
              <a:lnSpc>
                <a:spcPts val="3925"/>
              </a:lnSpc>
            </a:pPr>
            <a:r>
              <a:rPr lang="en-US" sz="3693">
                <a:solidFill>
                  <a:srgbClr val="FFFFFF"/>
                </a:solidFill>
                <a:latin typeface="Times New Roman"/>
                <a:ea typeface="Times New Roman"/>
                <a:cs typeface="Times New Roman"/>
                <a:sym typeface="Times New Roman"/>
              </a:rPr>
              <a:t>Why we choose Data Science &amp; machine learning?</a:t>
            </a:r>
          </a:p>
          <a:p>
            <a:pPr algn="l">
              <a:lnSpc>
                <a:spcPts val="3925"/>
              </a:lnSpc>
            </a:pPr>
            <a:r>
              <a:rPr lang="en-US" sz="3693">
                <a:solidFill>
                  <a:srgbClr val="FFFFFF"/>
                </a:solidFill>
                <a:latin typeface="Times New Roman"/>
                <a:ea typeface="Times New Roman"/>
                <a:cs typeface="Times New Roman"/>
                <a:sym typeface="Times New Roman"/>
              </a:rPr>
              <a:t>Fundamentals of Python.</a:t>
            </a:r>
          </a:p>
          <a:p>
            <a:pPr algn="l">
              <a:lnSpc>
                <a:spcPts val="3925"/>
              </a:lnSpc>
            </a:pPr>
            <a:r>
              <a:rPr lang="en-US" sz="3693">
                <a:solidFill>
                  <a:srgbClr val="FFFFFF"/>
                </a:solidFill>
                <a:latin typeface="Times New Roman"/>
                <a:ea typeface="Times New Roman"/>
                <a:cs typeface="Times New Roman"/>
                <a:sym typeface="Times New Roman"/>
              </a:rPr>
              <a:t>Life cycle of machine learning and data science project.</a:t>
            </a:r>
          </a:p>
          <a:p>
            <a:pPr algn="l">
              <a:lnSpc>
                <a:spcPts val="3925"/>
              </a:lnSpc>
            </a:pPr>
            <a:r>
              <a:rPr lang="en-US" sz="3693">
                <a:solidFill>
                  <a:srgbClr val="FFFFFF"/>
                </a:solidFill>
                <a:latin typeface="Times New Roman"/>
                <a:ea typeface="Times New Roman"/>
                <a:cs typeface="Times New Roman"/>
                <a:sym typeface="Times New Roman"/>
              </a:rPr>
              <a:t>Deal with Dataset using python libraries</a:t>
            </a:r>
          </a:p>
          <a:p>
            <a:pPr algn="l">
              <a:lnSpc>
                <a:spcPts val="3925"/>
              </a:lnSpc>
            </a:pPr>
            <a:r>
              <a:rPr lang="en-US" sz="3693">
                <a:solidFill>
                  <a:srgbClr val="FFFFFF"/>
                </a:solidFill>
                <a:latin typeface="Times New Roman"/>
                <a:ea typeface="Times New Roman"/>
                <a:cs typeface="Times New Roman"/>
                <a:sym typeface="Times New Roman"/>
              </a:rPr>
              <a:t>Training of machine learning algorithm using real world dataset. Get Prediction from algorithm.</a:t>
            </a:r>
          </a:p>
        </p:txBody>
      </p:sp>
      <p:sp>
        <p:nvSpPr>
          <p:cNvPr name="TextBox 29" id="29"/>
          <p:cNvSpPr txBox="true"/>
          <p:nvPr/>
        </p:nvSpPr>
        <p:spPr>
          <a:xfrm rot="0">
            <a:off x="1235602" y="1907505"/>
            <a:ext cx="2707281" cy="656739"/>
          </a:xfrm>
          <a:prstGeom prst="rect">
            <a:avLst/>
          </a:prstGeom>
        </p:spPr>
        <p:txBody>
          <a:bodyPr anchor="t" rtlCol="false" tIns="0" lIns="0" bIns="0" rIns="0">
            <a:spAutoFit/>
          </a:bodyPr>
          <a:lstStyle/>
          <a:p>
            <a:pPr algn="l">
              <a:lnSpc>
                <a:spcPts val="5170"/>
              </a:lnSpc>
            </a:pPr>
            <a:r>
              <a:rPr lang="en-US" sz="3693">
                <a:solidFill>
                  <a:srgbClr val="FFFFFF"/>
                </a:solidFill>
                <a:latin typeface="Times New Roman"/>
                <a:ea typeface="Times New Roman"/>
                <a:cs typeface="Times New Roman"/>
                <a:sym typeface="Times New Roman"/>
              </a:rPr>
              <a:t>What is 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575502" y="5210937"/>
            <a:ext cx="9240755" cy="5139566"/>
          </a:xfrm>
          <a:custGeom>
            <a:avLst/>
            <a:gdLst/>
            <a:ahLst/>
            <a:cxnLst/>
            <a:rect r="r" b="b" t="t" l="l"/>
            <a:pathLst>
              <a:path h="5139566" w="9240755">
                <a:moveTo>
                  <a:pt x="0" y="0"/>
                </a:moveTo>
                <a:lnTo>
                  <a:pt x="9240755" y="0"/>
                </a:lnTo>
                <a:lnTo>
                  <a:pt x="9240755" y="5139566"/>
                </a:lnTo>
                <a:lnTo>
                  <a:pt x="0" y="5139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96404" y="406175"/>
            <a:ext cx="2451992"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DATA</a:t>
            </a:r>
          </a:p>
        </p:txBody>
      </p:sp>
      <p:sp>
        <p:nvSpPr>
          <p:cNvPr name="TextBox 6" id="6"/>
          <p:cNvSpPr txBox="true"/>
          <p:nvPr/>
        </p:nvSpPr>
        <p:spPr>
          <a:xfrm rot="0">
            <a:off x="593817" y="2499951"/>
            <a:ext cx="14324590" cy="2875636"/>
          </a:xfrm>
          <a:prstGeom prst="rect">
            <a:avLst/>
          </a:prstGeom>
        </p:spPr>
        <p:txBody>
          <a:bodyPr anchor="t" rtlCol="false" tIns="0" lIns="0" bIns="0" rIns="0">
            <a:spAutoFit/>
          </a:bodyPr>
          <a:lstStyle/>
          <a:p>
            <a:pPr algn="l">
              <a:lnSpc>
                <a:spcPts val="4498"/>
              </a:lnSpc>
            </a:pPr>
            <a:r>
              <a:rPr lang="en-US" sz="4200">
                <a:solidFill>
                  <a:srgbClr val="FFFFFF"/>
                </a:solidFill>
                <a:latin typeface="Times New Roman"/>
                <a:ea typeface="Times New Roman"/>
                <a:cs typeface="Times New Roman"/>
                <a:sym typeface="Times New Roman"/>
              </a:rPr>
              <a:t>Data refers to a </a:t>
            </a:r>
            <a:r>
              <a:rPr lang="en-US" sz="4200">
                <a:solidFill>
                  <a:srgbClr val="ED7D31"/>
                </a:solidFill>
                <a:latin typeface="Times New Roman"/>
                <a:ea typeface="Times New Roman"/>
                <a:cs typeface="Times New Roman"/>
                <a:sym typeface="Times New Roman"/>
              </a:rPr>
              <a:t>information</a:t>
            </a:r>
            <a:r>
              <a:rPr lang="en-US" sz="4200">
                <a:solidFill>
                  <a:srgbClr val="FFFFFF"/>
                </a:solidFill>
                <a:latin typeface="Times New Roman"/>
                <a:ea typeface="Times New Roman"/>
                <a:cs typeface="Times New Roman"/>
                <a:sym typeface="Times New Roman"/>
              </a:rPr>
              <a:t>, or </a:t>
            </a:r>
            <a:r>
              <a:rPr lang="en-US" sz="4200">
                <a:solidFill>
                  <a:srgbClr val="ED7D31"/>
                </a:solidFill>
                <a:latin typeface="Times New Roman"/>
                <a:ea typeface="Times New Roman"/>
                <a:cs typeface="Times New Roman"/>
                <a:sym typeface="Times New Roman"/>
              </a:rPr>
              <a:t>observations </a:t>
            </a:r>
            <a:r>
              <a:rPr lang="en-US" sz="4200">
                <a:solidFill>
                  <a:srgbClr val="FFFFFF"/>
                </a:solidFill>
                <a:latin typeface="Times New Roman"/>
                <a:ea typeface="Times New Roman"/>
                <a:cs typeface="Times New Roman"/>
                <a:sym typeface="Times New Roman"/>
              </a:rPr>
              <a:t>that can be</a:t>
            </a:r>
          </a:p>
          <a:p>
            <a:pPr algn="l">
              <a:lnSpc>
                <a:spcPts val="4498"/>
              </a:lnSpc>
            </a:pPr>
            <a:r>
              <a:rPr lang="en-US" sz="4200">
                <a:solidFill>
                  <a:srgbClr val="FFFFFF"/>
                </a:solidFill>
                <a:latin typeface="Times New Roman"/>
                <a:ea typeface="Times New Roman"/>
                <a:cs typeface="Times New Roman"/>
                <a:sym typeface="Times New Roman"/>
              </a:rPr>
              <a:t>collected, stored, and processed. It can be in the form of </a:t>
            </a:r>
            <a:r>
              <a:rPr lang="en-US" sz="4200">
                <a:solidFill>
                  <a:srgbClr val="ED7D31"/>
                </a:solidFill>
                <a:latin typeface="Times New Roman"/>
                <a:ea typeface="Times New Roman"/>
                <a:cs typeface="Times New Roman"/>
                <a:sym typeface="Times New Roman"/>
              </a:rPr>
              <a:t>numbers</a:t>
            </a:r>
            <a:r>
              <a:rPr lang="en-US" sz="4200">
                <a:solidFill>
                  <a:srgbClr val="FFFFFF"/>
                </a:solidFill>
                <a:latin typeface="Times New Roman"/>
                <a:ea typeface="Times New Roman"/>
                <a:cs typeface="Times New Roman"/>
                <a:sym typeface="Times New Roman"/>
              </a:rPr>
              <a:t>, </a:t>
            </a:r>
            <a:r>
              <a:rPr lang="en-US" sz="4200">
                <a:solidFill>
                  <a:srgbClr val="ED7D31"/>
                </a:solidFill>
                <a:latin typeface="Times New Roman"/>
                <a:ea typeface="Times New Roman"/>
                <a:cs typeface="Times New Roman"/>
                <a:sym typeface="Times New Roman"/>
              </a:rPr>
              <a:t>text</a:t>
            </a:r>
            <a:r>
              <a:rPr lang="en-US" sz="4200">
                <a:solidFill>
                  <a:srgbClr val="FFFFFF"/>
                </a:solidFill>
                <a:latin typeface="Times New Roman"/>
                <a:ea typeface="Times New Roman"/>
                <a:cs typeface="Times New Roman"/>
                <a:sym typeface="Times New Roman"/>
              </a:rPr>
              <a:t>, </a:t>
            </a:r>
            <a:r>
              <a:rPr lang="en-US" sz="4200">
                <a:solidFill>
                  <a:srgbClr val="ED7D31"/>
                </a:solidFill>
                <a:latin typeface="Times New Roman"/>
                <a:ea typeface="Times New Roman"/>
                <a:cs typeface="Times New Roman"/>
                <a:sym typeface="Times New Roman"/>
              </a:rPr>
              <a:t>images</a:t>
            </a:r>
            <a:r>
              <a:rPr lang="en-US" sz="4200">
                <a:solidFill>
                  <a:srgbClr val="FFFFFF"/>
                </a:solidFill>
                <a:latin typeface="Times New Roman"/>
                <a:ea typeface="Times New Roman"/>
                <a:cs typeface="Times New Roman"/>
                <a:sym typeface="Times New Roman"/>
              </a:rPr>
              <a:t>, or any other format. it can reveal patterns, trends,</a:t>
            </a:r>
          </a:p>
          <a:p>
            <a:pPr algn="l">
              <a:lnSpc>
                <a:spcPts val="4498"/>
              </a:lnSpc>
            </a:pPr>
            <a:r>
              <a:rPr lang="en-US" sz="4200">
                <a:solidFill>
                  <a:srgbClr val="FFFFFF"/>
                </a:solidFill>
                <a:latin typeface="Times New Roman"/>
                <a:ea typeface="Times New Roman"/>
                <a:cs typeface="Times New Roman"/>
                <a:sym typeface="Times New Roman"/>
              </a:rPr>
              <a:t>and valuable information that can be used to make informed decisions or draw conclusions.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595084" y="2549881"/>
            <a:ext cx="13249275" cy="6609636"/>
            <a:chOff x="0" y="0"/>
            <a:chExt cx="17665700" cy="8812848"/>
          </a:xfrm>
        </p:grpSpPr>
        <p:sp>
          <p:nvSpPr>
            <p:cNvPr name="Freeform 5" id="5"/>
            <p:cNvSpPr/>
            <p:nvPr/>
          </p:nvSpPr>
          <p:spPr>
            <a:xfrm flipH="false" flipV="false" rot="0">
              <a:off x="0" y="0"/>
              <a:ext cx="17665700" cy="8812784"/>
            </a:xfrm>
            <a:custGeom>
              <a:avLst/>
              <a:gdLst/>
              <a:ahLst/>
              <a:cxnLst/>
              <a:rect r="r" b="b" t="t" l="l"/>
              <a:pathLst>
                <a:path h="8812784" w="17665700">
                  <a:moveTo>
                    <a:pt x="0" y="0"/>
                  </a:moveTo>
                  <a:lnTo>
                    <a:pt x="17665700" y="0"/>
                  </a:lnTo>
                  <a:lnTo>
                    <a:pt x="17665700" y="8812784"/>
                  </a:lnTo>
                  <a:lnTo>
                    <a:pt x="0" y="8812784"/>
                  </a:lnTo>
                  <a:lnTo>
                    <a:pt x="0" y="0"/>
                  </a:lnTo>
                  <a:close/>
                </a:path>
              </a:pathLst>
            </a:custGeom>
            <a:blipFill>
              <a:blip r:embed="rId3"/>
              <a:stretch>
                <a:fillRect l="0" t="-10" r="0" b="0"/>
              </a:stretch>
            </a:blipFill>
          </p:spPr>
        </p:sp>
      </p:grpSp>
      <p:sp>
        <p:nvSpPr>
          <p:cNvPr name="TextBox 6" id="6"/>
          <p:cNvSpPr txBox="true"/>
          <p:nvPr/>
        </p:nvSpPr>
        <p:spPr>
          <a:xfrm rot="0">
            <a:off x="685076" y="191129"/>
            <a:ext cx="6746738"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TYPES OF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28700" y="1199683"/>
            <a:ext cx="11953875" cy="7486650"/>
            <a:chOff x="0" y="0"/>
            <a:chExt cx="15938500" cy="9982200"/>
          </a:xfrm>
        </p:grpSpPr>
        <p:sp>
          <p:nvSpPr>
            <p:cNvPr name="Freeform 5" id="5"/>
            <p:cNvSpPr/>
            <p:nvPr/>
          </p:nvSpPr>
          <p:spPr>
            <a:xfrm flipH="false" flipV="false" rot="0">
              <a:off x="0" y="0"/>
              <a:ext cx="15938500" cy="9982200"/>
            </a:xfrm>
            <a:custGeom>
              <a:avLst/>
              <a:gdLst/>
              <a:ahLst/>
              <a:cxnLst/>
              <a:rect r="r" b="b" t="t" l="l"/>
              <a:pathLst>
                <a:path h="9982200" w="15938500">
                  <a:moveTo>
                    <a:pt x="0" y="0"/>
                  </a:moveTo>
                  <a:lnTo>
                    <a:pt x="15938500" y="0"/>
                  </a:lnTo>
                  <a:lnTo>
                    <a:pt x="15938500" y="9982200"/>
                  </a:lnTo>
                  <a:lnTo>
                    <a:pt x="0" y="9982200"/>
                  </a:lnTo>
                  <a:lnTo>
                    <a:pt x="0" y="0"/>
                  </a:lnTo>
                  <a:close/>
                </a:path>
              </a:pathLst>
            </a:custGeom>
            <a:blipFill>
              <a:blip r:embed="rId3"/>
              <a:stretch>
                <a:fillRect l="-5691" t="0" r="-5703"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8181"/>
            <a:chOff x="0" y="0"/>
            <a:chExt cx="24384000" cy="13717575"/>
          </a:xfrm>
        </p:grpSpPr>
        <p:sp>
          <p:nvSpPr>
            <p:cNvPr name="Freeform 3" id="3"/>
            <p:cNvSpPr/>
            <p:nvPr/>
          </p:nvSpPr>
          <p:spPr>
            <a:xfrm flipH="false" flipV="false" rot="0">
              <a:off x="0" y="0"/>
              <a:ext cx="24384000" cy="13717524"/>
            </a:xfrm>
            <a:custGeom>
              <a:avLst/>
              <a:gdLst/>
              <a:ahLst/>
              <a:cxnLst/>
              <a:rect r="r" b="b" t="t" l="l"/>
              <a:pathLst>
                <a:path h="13717524" w="24384000">
                  <a:moveTo>
                    <a:pt x="0" y="0"/>
                  </a:moveTo>
                  <a:lnTo>
                    <a:pt x="24384000" y="0"/>
                  </a:lnTo>
                  <a:lnTo>
                    <a:pt x="24384000" y="13717524"/>
                  </a:lnTo>
                  <a:lnTo>
                    <a:pt x="0" y="13717524"/>
                  </a:lnTo>
                  <a:lnTo>
                    <a:pt x="0" y="0"/>
                  </a:lnTo>
                  <a:close/>
                </a:path>
              </a:pathLst>
            </a:custGeom>
            <a:blipFill>
              <a:blip r:embed="rId2"/>
              <a:stretch>
                <a:fillRect l="0" t="0" r="0" b="0"/>
              </a:stretch>
            </a:blipFill>
          </p:spPr>
        </p:sp>
      </p:grpSp>
      <p:grpSp>
        <p:nvGrpSpPr>
          <p:cNvPr name="Group 4" id="4"/>
          <p:cNvGrpSpPr/>
          <p:nvPr/>
        </p:nvGrpSpPr>
        <p:grpSpPr>
          <a:xfrm rot="0">
            <a:off x="835704" y="2340092"/>
            <a:ext cx="137179" cy="137179"/>
            <a:chOff x="0" y="0"/>
            <a:chExt cx="137173" cy="137173"/>
          </a:xfrm>
        </p:grpSpPr>
        <p:sp>
          <p:nvSpPr>
            <p:cNvPr name="Freeform 5" id="5"/>
            <p:cNvSpPr/>
            <p:nvPr/>
          </p:nvSpPr>
          <p:spPr>
            <a:xfrm flipH="false" flipV="false" rot="0">
              <a:off x="0" y="0"/>
              <a:ext cx="137155" cy="137027"/>
            </a:xfrm>
            <a:custGeom>
              <a:avLst/>
              <a:gdLst/>
              <a:ahLst/>
              <a:cxnLst/>
              <a:rect r="r" b="b" t="t" l="l"/>
              <a:pathLst>
                <a:path h="137027" w="137155">
                  <a:moveTo>
                    <a:pt x="137155" y="68577"/>
                  </a:moveTo>
                  <a:cubicBezTo>
                    <a:pt x="137155" y="73022"/>
                    <a:pt x="136774" y="77594"/>
                    <a:pt x="135885" y="81912"/>
                  </a:cubicBezTo>
                  <a:cubicBezTo>
                    <a:pt x="134996" y="86229"/>
                    <a:pt x="133726" y="90674"/>
                    <a:pt x="131948" y="94738"/>
                  </a:cubicBezTo>
                  <a:cubicBezTo>
                    <a:pt x="130170" y="98802"/>
                    <a:pt x="128138" y="102866"/>
                    <a:pt x="125598" y="106549"/>
                  </a:cubicBezTo>
                  <a:cubicBezTo>
                    <a:pt x="123058" y="110231"/>
                    <a:pt x="120264" y="113787"/>
                    <a:pt x="117089" y="116962"/>
                  </a:cubicBezTo>
                  <a:cubicBezTo>
                    <a:pt x="113915" y="120137"/>
                    <a:pt x="110486" y="122931"/>
                    <a:pt x="106676" y="125471"/>
                  </a:cubicBezTo>
                  <a:cubicBezTo>
                    <a:pt x="102866" y="128011"/>
                    <a:pt x="98929" y="130043"/>
                    <a:pt x="94865" y="131820"/>
                  </a:cubicBezTo>
                  <a:cubicBezTo>
                    <a:pt x="90801" y="133598"/>
                    <a:pt x="86357" y="134868"/>
                    <a:pt x="82039" y="135757"/>
                  </a:cubicBezTo>
                  <a:cubicBezTo>
                    <a:pt x="77721" y="136646"/>
                    <a:pt x="73149" y="137027"/>
                    <a:pt x="68704" y="137027"/>
                  </a:cubicBezTo>
                  <a:cubicBezTo>
                    <a:pt x="64259" y="137027"/>
                    <a:pt x="59688" y="136646"/>
                    <a:pt x="55370" y="135757"/>
                  </a:cubicBezTo>
                  <a:cubicBezTo>
                    <a:pt x="51052" y="134868"/>
                    <a:pt x="46607" y="133598"/>
                    <a:pt x="42543" y="131820"/>
                  </a:cubicBezTo>
                  <a:cubicBezTo>
                    <a:pt x="38479" y="130043"/>
                    <a:pt x="34416" y="128011"/>
                    <a:pt x="30733" y="125471"/>
                  </a:cubicBezTo>
                  <a:cubicBezTo>
                    <a:pt x="27050" y="122931"/>
                    <a:pt x="23494" y="120137"/>
                    <a:pt x="20319" y="116962"/>
                  </a:cubicBezTo>
                  <a:cubicBezTo>
                    <a:pt x="17144" y="113787"/>
                    <a:pt x="14096" y="110485"/>
                    <a:pt x="11557" y="106676"/>
                  </a:cubicBezTo>
                  <a:cubicBezTo>
                    <a:pt x="9017" y="102866"/>
                    <a:pt x="6985" y="99056"/>
                    <a:pt x="5207" y="94865"/>
                  </a:cubicBezTo>
                  <a:cubicBezTo>
                    <a:pt x="3429" y="90674"/>
                    <a:pt x="2159" y="86356"/>
                    <a:pt x="1270" y="81912"/>
                  </a:cubicBezTo>
                  <a:cubicBezTo>
                    <a:pt x="381" y="77467"/>
                    <a:pt x="0" y="73149"/>
                    <a:pt x="0" y="68577"/>
                  </a:cubicBezTo>
                  <a:cubicBezTo>
                    <a:pt x="0" y="64005"/>
                    <a:pt x="381" y="59561"/>
                    <a:pt x="1270" y="55243"/>
                  </a:cubicBezTo>
                  <a:cubicBezTo>
                    <a:pt x="2159" y="50925"/>
                    <a:pt x="3556" y="46480"/>
                    <a:pt x="5207" y="42289"/>
                  </a:cubicBezTo>
                  <a:cubicBezTo>
                    <a:pt x="6858" y="38098"/>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5"/>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6" id="6"/>
          <p:cNvGrpSpPr/>
          <p:nvPr/>
        </p:nvGrpSpPr>
        <p:grpSpPr>
          <a:xfrm rot="0">
            <a:off x="835704" y="2839812"/>
            <a:ext cx="137179" cy="137179"/>
            <a:chOff x="0" y="0"/>
            <a:chExt cx="137173" cy="137173"/>
          </a:xfrm>
        </p:grpSpPr>
        <p:sp>
          <p:nvSpPr>
            <p:cNvPr name="Freeform 7" id="7"/>
            <p:cNvSpPr/>
            <p:nvPr/>
          </p:nvSpPr>
          <p:spPr>
            <a:xfrm flipH="false" flipV="false" rot="0">
              <a:off x="0" y="0"/>
              <a:ext cx="137155" cy="137028"/>
            </a:xfrm>
            <a:custGeom>
              <a:avLst/>
              <a:gdLst/>
              <a:ahLst/>
              <a:cxnLst/>
              <a:rect r="r" b="b" t="t" l="l"/>
              <a:pathLst>
                <a:path h="137028" w="137155">
                  <a:moveTo>
                    <a:pt x="137155" y="68578"/>
                  </a:moveTo>
                  <a:cubicBezTo>
                    <a:pt x="137155" y="73022"/>
                    <a:pt x="136774" y="77594"/>
                    <a:pt x="135885" y="81912"/>
                  </a:cubicBezTo>
                  <a:cubicBezTo>
                    <a:pt x="134996" y="86230"/>
                    <a:pt x="133726" y="90675"/>
                    <a:pt x="131948" y="94739"/>
                  </a:cubicBezTo>
                  <a:cubicBezTo>
                    <a:pt x="130170" y="98802"/>
                    <a:pt x="128138" y="102866"/>
                    <a:pt x="125598" y="106549"/>
                  </a:cubicBezTo>
                  <a:cubicBezTo>
                    <a:pt x="123058" y="110232"/>
                    <a:pt x="120264" y="113788"/>
                    <a:pt x="117089" y="116963"/>
                  </a:cubicBezTo>
                  <a:cubicBezTo>
                    <a:pt x="113915" y="120138"/>
                    <a:pt x="110486" y="122932"/>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2"/>
                    <a:pt x="23494" y="120138"/>
                    <a:pt x="20319" y="116963"/>
                  </a:cubicBezTo>
                  <a:cubicBezTo>
                    <a:pt x="17144" y="113788"/>
                    <a:pt x="14096" y="110486"/>
                    <a:pt x="11557" y="106676"/>
                  </a:cubicBezTo>
                  <a:cubicBezTo>
                    <a:pt x="9017" y="102866"/>
                    <a:pt x="6985" y="99056"/>
                    <a:pt x="5207" y="94866"/>
                  </a:cubicBezTo>
                  <a:cubicBezTo>
                    <a:pt x="3429" y="90675"/>
                    <a:pt x="2159" y="86357"/>
                    <a:pt x="1270" y="81912"/>
                  </a:cubicBezTo>
                  <a:cubicBezTo>
                    <a:pt x="381" y="77467"/>
                    <a:pt x="0" y="73149"/>
                    <a:pt x="0" y="68578"/>
                  </a:cubicBezTo>
                  <a:cubicBezTo>
                    <a:pt x="0" y="64006"/>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6"/>
                    <a:pt x="137028" y="68451"/>
                  </a:cubicBezTo>
                  <a:close/>
                </a:path>
              </a:pathLst>
            </a:custGeom>
            <a:solidFill>
              <a:srgbClr val="FFFFFF"/>
            </a:solidFill>
          </p:spPr>
        </p:sp>
      </p:grpSp>
      <p:grpSp>
        <p:nvGrpSpPr>
          <p:cNvPr name="Group 8" id="8"/>
          <p:cNvGrpSpPr/>
          <p:nvPr/>
        </p:nvGrpSpPr>
        <p:grpSpPr>
          <a:xfrm rot="0">
            <a:off x="835704" y="3339532"/>
            <a:ext cx="137179" cy="137179"/>
            <a:chOff x="0" y="0"/>
            <a:chExt cx="137173" cy="137173"/>
          </a:xfrm>
        </p:grpSpPr>
        <p:sp>
          <p:nvSpPr>
            <p:cNvPr name="Freeform 9" id="9"/>
            <p:cNvSpPr/>
            <p:nvPr/>
          </p:nvSpPr>
          <p:spPr>
            <a:xfrm flipH="false" flipV="false" rot="0">
              <a:off x="0" y="0"/>
              <a:ext cx="137155" cy="137027"/>
            </a:xfrm>
            <a:custGeom>
              <a:avLst/>
              <a:gdLst/>
              <a:ahLst/>
              <a:cxnLst/>
              <a:rect r="r" b="b" t="t" l="l"/>
              <a:pathLst>
                <a:path h="137027" w="137155">
                  <a:moveTo>
                    <a:pt x="137155" y="68577"/>
                  </a:moveTo>
                  <a:cubicBezTo>
                    <a:pt x="137155" y="73022"/>
                    <a:pt x="136774" y="77594"/>
                    <a:pt x="135885" y="81912"/>
                  </a:cubicBezTo>
                  <a:cubicBezTo>
                    <a:pt x="134996" y="86229"/>
                    <a:pt x="133726" y="90674"/>
                    <a:pt x="131948" y="94738"/>
                  </a:cubicBezTo>
                  <a:cubicBezTo>
                    <a:pt x="130170" y="98802"/>
                    <a:pt x="128138" y="102866"/>
                    <a:pt x="125598" y="106549"/>
                  </a:cubicBezTo>
                  <a:cubicBezTo>
                    <a:pt x="123058" y="110231"/>
                    <a:pt x="120264" y="113787"/>
                    <a:pt x="117089" y="116962"/>
                  </a:cubicBezTo>
                  <a:cubicBezTo>
                    <a:pt x="113915" y="120137"/>
                    <a:pt x="110486" y="122931"/>
                    <a:pt x="106676" y="125471"/>
                  </a:cubicBezTo>
                  <a:cubicBezTo>
                    <a:pt x="102866" y="128011"/>
                    <a:pt x="98929" y="130043"/>
                    <a:pt x="94865" y="131820"/>
                  </a:cubicBezTo>
                  <a:cubicBezTo>
                    <a:pt x="90801" y="133598"/>
                    <a:pt x="86357" y="134868"/>
                    <a:pt x="82039" y="135757"/>
                  </a:cubicBezTo>
                  <a:cubicBezTo>
                    <a:pt x="77721" y="136646"/>
                    <a:pt x="73149" y="137027"/>
                    <a:pt x="68704" y="137027"/>
                  </a:cubicBezTo>
                  <a:cubicBezTo>
                    <a:pt x="64259" y="137027"/>
                    <a:pt x="59688" y="136646"/>
                    <a:pt x="55370" y="135757"/>
                  </a:cubicBezTo>
                  <a:cubicBezTo>
                    <a:pt x="51052" y="134868"/>
                    <a:pt x="46607" y="133598"/>
                    <a:pt x="42543" y="131820"/>
                  </a:cubicBezTo>
                  <a:cubicBezTo>
                    <a:pt x="38479" y="130043"/>
                    <a:pt x="34416" y="128011"/>
                    <a:pt x="30733" y="125471"/>
                  </a:cubicBezTo>
                  <a:cubicBezTo>
                    <a:pt x="27050" y="122931"/>
                    <a:pt x="23494" y="120137"/>
                    <a:pt x="20319" y="116962"/>
                  </a:cubicBezTo>
                  <a:cubicBezTo>
                    <a:pt x="17144" y="113787"/>
                    <a:pt x="14096" y="110485"/>
                    <a:pt x="11557" y="106676"/>
                  </a:cubicBezTo>
                  <a:cubicBezTo>
                    <a:pt x="9017" y="102866"/>
                    <a:pt x="6985" y="99056"/>
                    <a:pt x="5207" y="94865"/>
                  </a:cubicBezTo>
                  <a:cubicBezTo>
                    <a:pt x="3429" y="90674"/>
                    <a:pt x="2159" y="86356"/>
                    <a:pt x="1270" y="81912"/>
                  </a:cubicBezTo>
                  <a:cubicBezTo>
                    <a:pt x="381" y="77467"/>
                    <a:pt x="0" y="73149"/>
                    <a:pt x="0" y="68577"/>
                  </a:cubicBezTo>
                  <a:cubicBezTo>
                    <a:pt x="0" y="64005"/>
                    <a:pt x="381" y="59561"/>
                    <a:pt x="1270" y="55243"/>
                  </a:cubicBezTo>
                  <a:cubicBezTo>
                    <a:pt x="2159" y="50925"/>
                    <a:pt x="3556" y="46480"/>
                    <a:pt x="5207" y="42289"/>
                  </a:cubicBezTo>
                  <a:cubicBezTo>
                    <a:pt x="6858" y="38098"/>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5"/>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10" id="10"/>
          <p:cNvGrpSpPr/>
          <p:nvPr/>
        </p:nvGrpSpPr>
        <p:grpSpPr>
          <a:xfrm rot="0">
            <a:off x="835704" y="3839251"/>
            <a:ext cx="137179" cy="137179"/>
            <a:chOff x="0" y="0"/>
            <a:chExt cx="137173" cy="137173"/>
          </a:xfrm>
        </p:grpSpPr>
        <p:sp>
          <p:nvSpPr>
            <p:cNvPr name="Freeform 11" id="11"/>
            <p:cNvSpPr/>
            <p:nvPr/>
          </p:nvSpPr>
          <p:spPr>
            <a:xfrm flipH="false" flipV="false" rot="0">
              <a:off x="0" y="0"/>
              <a:ext cx="137155" cy="137028"/>
            </a:xfrm>
            <a:custGeom>
              <a:avLst/>
              <a:gdLst/>
              <a:ahLst/>
              <a:cxnLst/>
              <a:rect r="r" b="b" t="t" l="l"/>
              <a:pathLst>
                <a:path h="137028"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8"/>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8"/>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12" id="12"/>
          <p:cNvGrpSpPr/>
          <p:nvPr/>
        </p:nvGrpSpPr>
        <p:grpSpPr>
          <a:xfrm rot="0">
            <a:off x="835704" y="4338971"/>
            <a:ext cx="137179" cy="137179"/>
            <a:chOff x="0" y="0"/>
            <a:chExt cx="137173" cy="137173"/>
          </a:xfrm>
        </p:grpSpPr>
        <p:sp>
          <p:nvSpPr>
            <p:cNvPr name="Freeform 13" id="13"/>
            <p:cNvSpPr/>
            <p:nvPr/>
          </p:nvSpPr>
          <p:spPr>
            <a:xfrm flipH="false" flipV="false" rot="0">
              <a:off x="0" y="0"/>
              <a:ext cx="137155" cy="137028"/>
            </a:xfrm>
            <a:custGeom>
              <a:avLst/>
              <a:gdLst/>
              <a:ahLst/>
              <a:cxnLst/>
              <a:rect r="r" b="b" t="t" l="l"/>
              <a:pathLst>
                <a:path h="137028"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8"/>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8"/>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14" id="14"/>
          <p:cNvGrpSpPr/>
          <p:nvPr/>
        </p:nvGrpSpPr>
        <p:grpSpPr>
          <a:xfrm rot="0">
            <a:off x="835704" y="4838690"/>
            <a:ext cx="137179" cy="137179"/>
            <a:chOff x="0" y="0"/>
            <a:chExt cx="137173" cy="137173"/>
          </a:xfrm>
        </p:grpSpPr>
        <p:sp>
          <p:nvSpPr>
            <p:cNvPr name="Freeform 15" id="15"/>
            <p:cNvSpPr/>
            <p:nvPr/>
          </p:nvSpPr>
          <p:spPr>
            <a:xfrm flipH="false" flipV="false" rot="0">
              <a:off x="0" y="0"/>
              <a:ext cx="137155" cy="137028"/>
            </a:xfrm>
            <a:custGeom>
              <a:avLst/>
              <a:gdLst/>
              <a:ahLst/>
              <a:cxnLst/>
              <a:rect r="r" b="b" t="t" l="l"/>
              <a:pathLst>
                <a:path h="137028"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8"/>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8"/>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16" id="16"/>
          <p:cNvGrpSpPr/>
          <p:nvPr/>
        </p:nvGrpSpPr>
        <p:grpSpPr>
          <a:xfrm rot="0">
            <a:off x="835704" y="5338410"/>
            <a:ext cx="137179" cy="137179"/>
            <a:chOff x="0" y="0"/>
            <a:chExt cx="137173" cy="137173"/>
          </a:xfrm>
        </p:grpSpPr>
        <p:sp>
          <p:nvSpPr>
            <p:cNvPr name="Freeform 17" id="17"/>
            <p:cNvSpPr/>
            <p:nvPr/>
          </p:nvSpPr>
          <p:spPr>
            <a:xfrm flipH="false" flipV="false" rot="0">
              <a:off x="0" y="0"/>
              <a:ext cx="137155" cy="137028"/>
            </a:xfrm>
            <a:custGeom>
              <a:avLst/>
              <a:gdLst/>
              <a:ahLst/>
              <a:cxnLst/>
              <a:rect r="r" b="b" t="t" l="l"/>
              <a:pathLst>
                <a:path h="137028"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8"/>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8"/>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18" id="18"/>
          <p:cNvGrpSpPr/>
          <p:nvPr/>
        </p:nvGrpSpPr>
        <p:grpSpPr>
          <a:xfrm rot="0">
            <a:off x="835704" y="5838130"/>
            <a:ext cx="137179" cy="137179"/>
            <a:chOff x="0" y="0"/>
            <a:chExt cx="137173" cy="137173"/>
          </a:xfrm>
        </p:grpSpPr>
        <p:sp>
          <p:nvSpPr>
            <p:cNvPr name="Freeform 19" id="19"/>
            <p:cNvSpPr/>
            <p:nvPr/>
          </p:nvSpPr>
          <p:spPr>
            <a:xfrm flipH="false" flipV="false" rot="0">
              <a:off x="0" y="0"/>
              <a:ext cx="137155" cy="137028"/>
            </a:xfrm>
            <a:custGeom>
              <a:avLst/>
              <a:gdLst/>
              <a:ahLst/>
              <a:cxnLst/>
              <a:rect r="r" b="b" t="t" l="l"/>
              <a:pathLst>
                <a:path h="137028"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8"/>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8"/>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20" id="20"/>
          <p:cNvGrpSpPr/>
          <p:nvPr/>
        </p:nvGrpSpPr>
        <p:grpSpPr>
          <a:xfrm rot="0">
            <a:off x="835704" y="6337849"/>
            <a:ext cx="137179" cy="137179"/>
            <a:chOff x="0" y="0"/>
            <a:chExt cx="137173" cy="137173"/>
          </a:xfrm>
        </p:grpSpPr>
        <p:sp>
          <p:nvSpPr>
            <p:cNvPr name="Freeform 21" id="21"/>
            <p:cNvSpPr/>
            <p:nvPr/>
          </p:nvSpPr>
          <p:spPr>
            <a:xfrm flipH="false" flipV="false" rot="0">
              <a:off x="0" y="0"/>
              <a:ext cx="137155" cy="137028"/>
            </a:xfrm>
            <a:custGeom>
              <a:avLst/>
              <a:gdLst/>
              <a:ahLst/>
              <a:cxnLst/>
              <a:rect r="r" b="b" t="t" l="l"/>
              <a:pathLst>
                <a:path h="137028"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8"/>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8"/>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22" id="22"/>
          <p:cNvGrpSpPr/>
          <p:nvPr/>
        </p:nvGrpSpPr>
        <p:grpSpPr>
          <a:xfrm rot="0">
            <a:off x="835704" y="6837578"/>
            <a:ext cx="137179" cy="137179"/>
            <a:chOff x="0" y="0"/>
            <a:chExt cx="137173" cy="137173"/>
          </a:xfrm>
        </p:grpSpPr>
        <p:sp>
          <p:nvSpPr>
            <p:cNvPr name="Freeform 23" id="23"/>
            <p:cNvSpPr/>
            <p:nvPr/>
          </p:nvSpPr>
          <p:spPr>
            <a:xfrm flipH="false" flipV="false" rot="0">
              <a:off x="0" y="0"/>
              <a:ext cx="137155" cy="137028"/>
            </a:xfrm>
            <a:custGeom>
              <a:avLst/>
              <a:gdLst/>
              <a:ahLst/>
              <a:cxnLst/>
              <a:rect r="r" b="b" t="t" l="l"/>
              <a:pathLst>
                <a:path h="137028"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8"/>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7"/>
                    <a:pt x="73149" y="137028"/>
                    <a:pt x="68704" y="137028"/>
                  </a:cubicBezTo>
                  <a:cubicBezTo>
                    <a:pt x="64259" y="137028"/>
                    <a:pt x="59688" y="136647"/>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8"/>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9"/>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6"/>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24" id="24"/>
          <p:cNvGrpSpPr/>
          <p:nvPr/>
        </p:nvGrpSpPr>
        <p:grpSpPr>
          <a:xfrm rot="0">
            <a:off x="835704" y="7337298"/>
            <a:ext cx="137179" cy="137179"/>
            <a:chOff x="0" y="0"/>
            <a:chExt cx="137173" cy="137173"/>
          </a:xfrm>
        </p:grpSpPr>
        <p:sp>
          <p:nvSpPr>
            <p:cNvPr name="Freeform 25" id="25"/>
            <p:cNvSpPr/>
            <p:nvPr/>
          </p:nvSpPr>
          <p:spPr>
            <a:xfrm flipH="false" flipV="false" rot="0">
              <a:off x="0" y="0"/>
              <a:ext cx="137155" cy="137027"/>
            </a:xfrm>
            <a:custGeom>
              <a:avLst/>
              <a:gdLst/>
              <a:ahLst/>
              <a:cxnLst/>
              <a:rect r="r" b="b" t="t" l="l"/>
              <a:pathLst>
                <a:path h="137027" w="137155">
                  <a:moveTo>
                    <a:pt x="137155" y="68577"/>
                  </a:moveTo>
                  <a:cubicBezTo>
                    <a:pt x="137155" y="73022"/>
                    <a:pt x="136774" y="77594"/>
                    <a:pt x="135885" y="81912"/>
                  </a:cubicBezTo>
                  <a:cubicBezTo>
                    <a:pt x="134996" y="86230"/>
                    <a:pt x="133726" y="90674"/>
                    <a:pt x="131948" y="94738"/>
                  </a:cubicBezTo>
                  <a:cubicBezTo>
                    <a:pt x="130170" y="98802"/>
                    <a:pt x="128138" y="102866"/>
                    <a:pt x="125598" y="106549"/>
                  </a:cubicBezTo>
                  <a:cubicBezTo>
                    <a:pt x="123058" y="110232"/>
                    <a:pt x="120264" y="113787"/>
                    <a:pt x="117089" y="116962"/>
                  </a:cubicBezTo>
                  <a:cubicBezTo>
                    <a:pt x="113915" y="120137"/>
                    <a:pt x="110486" y="122931"/>
                    <a:pt x="106676" y="125471"/>
                  </a:cubicBezTo>
                  <a:cubicBezTo>
                    <a:pt x="102866" y="128011"/>
                    <a:pt x="98929" y="130043"/>
                    <a:pt x="94865" y="131821"/>
                  </a:cubicBezTo>
                  <a:cubicBezTo>
                    <a:pt x="90801" y="133599"/>
                    <a:pt x="86357" y="134869"/>
                    <a:pt x="82039" y="135758"/>
                  </a:cubicBezTo>
                  <a:cubicBezTo>
                    <a:pt x="77721" y="136646"/>
                    <a:pt x="73149" y="137027"/>
                    <a:pt x="68704" y="137027"/>
                  </a:cubicBezTo>
                  <a:cubicBezTo>
                    <a:pt x="64259" y="137027"/>
                    <a:pt x="59688" y="136646"/>
                    <a:pt x="55370" y="135758"/>
                  </a:cubicBezTo>
                  <a:cubicBezTo>
                    <a:pt x="51052" y="134869"/>
                    <a:pt x="46607" y="133599"/>
                    <a:pt x="42543" y="131821"/>
                  </a:cubicBezTo>
                  <a:cubicBezTo>
                    <a:pt x="38479" y="130043"/>
                    <a:pt x="34416" y="128011"/>
                    <a:pt x="30733" y="125471"/>
                  </a:cubicBezTo>
                  <a:cubicBezTo>
                    <a:pt x="27050" y="122931"/>
                    <a:pt x="23494" y="120137"/>
                    <a:pt x="20319" y="116962"/>
                  </a:cubicBezTo>
                  <a:cubicBezTo>
                    <a:pt x="17144" y="113787"/>
                    <a:pt x="14096" y="110486"/>
                    <a:pt x="11557" y="106676"/>
                  </a:cubicBezTo>
                  <a:cubicBezTo>
                    <a:pt x="9017" y="102866"/>
                    <a:pt x="6985" y="99056"/>
                    <a:pt x="5207" y="94865"/>
                  </a:cubicBezTo>
                  <a:cubicBezTo>
                    <a:pt x="3429" y="90674"/>
                    <a:pt x="2159" y="86357"/>
                    <a:pt x="1270" y="81912"/>
                  </a:cubicBezTo>
                  <a:cubicBezTo>
                    <a:pt x="381" y="77467"/>
                    <a:pt x="0" y="73149"/>
                    <a:pt x="0" y="68577"/>
                  </a:cubicBezTo>
                  <a:cubicBezTo>
                    <a:pt x="0" y="64005"/>
                    <a:pt x="381" y="59561"/>
                    <a:pt x="1270" y="55243"/>
                  </a:cubicBezTo>
                  <a:cubicBezTo>
                    <a:pt x="2159" y="50925"/>
                    <a:pt x="3556" y="46480"/>
                    <a:pt x="5207" y="42289"/>
                  </a:cubicBezTo>
                  <a:cubicBezTo>
                    <a:pt x="6858" y="38098"/>
                    <a:pt x="9017" y="34162"/>
                    <a:pt x="11557" y="30479"/>
                  </a:cubicBezTo>
                  <a:cubicBezTo>
                    <a:pt x="14096" y="26796"/>
                    <a:pt x="16890" y="23240"/>
                    <a:pt x="20065" y="20065"/>
                  </a:cubicBezTo>
                  <a:cubicBezTo>
                    <a:pt x="23240" y="16890"/>
                    <a:pt x="26669" y="14096"/>
                    <a:pt x="30479" y="11557"/>
                  </a:cubicBezTo>
                  <a:cubicBezTo>
                    <a:pt x="34289" y="9017"/>
                    <a:pt x="38226" y="6985"/>
                    <a:pt x="42289" y="5207"/>
                  </a:cubicBezTo>
                  <a:cubicBezTo>
                    <a:pt x="46353" y="3429"/>
                    <a:pt x="50798" y="2159"/>
                    <a:pt x="55243" y="1270"/>
                  </a:cubicBezTo>
                  <a:cubicBezTo>
                    <a:pt x="59688" y="381"/>
                    <a:pt x="64132" y="0"/>
                    <a:pt x="68577" y="0"/>
                  </a:cubicBezTo>
                  <a:cubicBezTo>
                    <a:pt x="73022" y="0"/>
                    <a:pt x="77594" y="381"/>
                    <a:pt x="81912" y="1270"/>
                  </a:cubicBezTo>
                  <a:cubicBezTo>
                    <a:pt x="86230" y="2159"/>
                    <a:pt x="90674" y="3429"/>
                    <a:pt x="94738" y="5207"/>
                  </a:cubicBezTo>
                  <a:cubicBezTo>
                    <a:pt x="98802" y="6985"/>
                    <a:pt x="102866" y="9017"/>
                    <a:pt x="106549" y="11557"/>
                  </a:cubicBezTo>
                  <a:cubicBezTo>
                    <a:pt x="110232" y="14096"/>
                    <a:pt x="113788" y="16890"/>
                    <a:pt x="116962" y="20065"/>
                  </a:cubicBezTo>
                  <a:cubicBezTo>
                    <a:pt x="120137" y="23240"/>
                    <a:pt x="122931" y="26669"/>
                    <a:pt x="125471" y="30479"/>
                  </a:cubicBezTo>
                  <a:cubicBezTo>
                    <a:pt x="128011" y="34289"/>
                    <a:pt x="130043" y="38225"/>
                    <a:pt x="131821" y="42289"/>
                  </a:cubicBezTo>
                  <a:cubicBezTo>
                    <a:pt x="133599" y="46353"/>
                    <a:pt x="134869" y="50798"/>
                    <a:pt x="135758" y="55116"/>
                  </a:cubicBezTo>
                  <a:cubicBezTo>
                    <a:pt x="136647" y="59434"/>
                    <a:pt x="137028" y="64005"/>
                    <a:pt x="137028" y="68450"/>
                  </a:cubicBezTo>
                  <a:close/>
                </a:path>
              </a:pathLst>
            </a:custGeom>
            <a:solidFill>
              <a:srgbClr val="FFFFFF"/>
            </a:solidFill>
          </p:spPr>
        </p:sp>
      </p:grpSp>
      <p:grpSp>
        <p:nvGrpSpPr>
          <p:cNvPr name="Group 26" id="26"/>
          <p:cNvGrpSpPr/>
          <p:nvPr/>
        </p:nvGrpSpPr>
        <p:grpSpPr>
          <a:xfrm rot="0">
            <a:off x="8696563" y="1625708"/>
            <a:ext cx="2057400" cy="2057400"/>
            <a:chOff x="0" y="0"/>
            <a:chExt cx="2743200" cy="2743200"/>
          </a:xfrm>
        </p:grpSpPr>
        <p:sp>
          <p:nvSpPr>
            <p:cNvPr name="Freeform 27" id="27"/>
            <p:cNvSpPr/>
            <p:nvPr/>
          </p:nvSpPr>
          <p:spPr>
            <a:xfrm flipH="false" flipV="false" rot="0">
              <a:off x="0" y="0"/>
              <a:ext cx="2743200" cy="2743200"/>
            </a:xfrm>
            <a:custGeom>
              <a:avLst/>
              <a:gdLst/>
              <a:ahLst/>
              <a:cxnLst/>
              <a:rect r="r" b="b" t="t" l="l"/>
              <a:pathLst>
                <a:path h="2743200" w="2743200">
                  <a:moveTo>
                    <a:pt x="0" y="0"/>
                  </a:moveTo>
                  <a:lnTo>
                    <a:pt x="2743200" y="0"/>
                  </a:lnTo>
                  <a:lnTo>
                    <a:pt x="2743200" y="2743200"/>
                  </a:lnTo>
                  <a:lnTo>
                    <a:pt x="0" y="2743200"/>
                  </a:lnTo>
                  <a:lnTo>
                    <a:pt x="0" y="0"/>
                  </a:lnTo>
                  <a:close/>
                </a:path>
              </a:pathLst>
            </a:custGeom>
            <a:blipFill>
              <a:blip r:embed="rId3"/>
              <a:stretch>
                <a:fillRect l="0" t="0" r="0" b="0"/>
              </a:stretch>
            </a:blipFill>
          </p:spPr>
        </p:sp>
      </p:grpSp>
      <p:grpSp>
        <p:nvGrpSpPr>
          <p:cNvPr name="Group 28" id="28"/>
          <p:cNvGrpSpPr/>
          <p:nvPr/>
        </p:nvGrpSpPr>
        <p:grpSpPr>
          <a:xfrm rot="0">
            <a:off x="11216097" y="2867654"/>
            <a:ext cx="2314575" cy="2276475"/>
            <a:chOff x="0" y="0"/>
            <a:chExt cx="3086100" cy="3035300"/>
          </a:xfrm>
        </p:grpSpPr>
        <p:sp>
          <p:nvSpPr>
            <p:cNvPr name="Freeform 29" id="29"/>
            <p:cNvSpPr/>
            <p:nvPr/>
          </p:nvSpPr>
          <p:spPr>
            <a:xfrm flipH="false" flipV="false" rot="0">
              <a:off x="0" y="0"/>
              <a:ext cx="3086100" cy="3035300"/>
            </a:xfrm>
            <a:custGeom>
              <a:avLst/>
              <a:gdLst/>
              <a:ahLst/>
              <a:cxnLst/>
              <a:rect r="r" b="b" t="t" l="l"/>
              <a:pathLst>
                <a:path h="3035300" w="3086100">
                  <a:moveTo>
                    <a:pt x="0" y="0"/>
                  </a:moveTo>
                  <a:lnTo>
                    <a:pt x="3086100" y="0"/>
                  </a:lnTo>
                  <a:lnTo>
                    <a:pt x="3086100" y="3035300"/>
                  </a:lnTo>
                  <a:lnTo>
                    <a:pt x="0" y="3035300"/>
                  </a:lnTo>
                  <a:lnTo>
                    <a:pt x="0" y="0"/>
                  </a:lnTo>
                  <a:close/>
                </a:path>
              </a:pathLst>
            </a:custGeom>
            <a:blipFill>
              <a:blip r:embed="rId4"/>
              <a:stretch>
                <a:fillRect l="0" t="0" r="0" b="0"/>
              </a:stretch>
            </a:blipFill>
          </p:spPr>
        </p:sp>
      </p:grpSp>
      <p:sp>
        <p:nvSpPr>
          <p:cNvPr name="Freeform 30" id="30"/>
          <p:cNvSpPr/>
          <p:nvPr/>
        </p:nvSpPr>
        <p:spPr>
          <a:xfrm flipH="false" flipV="false" rot="0">
            <a:off x="9483119" y="4300985"/>
            <a:ext cx="1155602" cy="2010908"/>
          </a:xfrm>
          <a:custGeom>
            <a:avLst/>
            <a:gdLst/>
            <a:ahLst/>
            <a:cxnLst/>
            <a:rect r="r" b="b" t="t" l="l"/>
            <a:pathLst>
              <a:path h="2010908" w="1155602">
                <a:moveTo>
                  <a:pt x="0" y="0"/>
                </a:moveTo>
                <a:lnTo>
                  <a:pt x="1155601" y="0"/>
                </a:lnTo>
                <a:lnTo>
                  <a:pt x="1155601" y="2010909"/>
                </a:lnTo>
                <a:lnTo>
                  <a:pt x="0" y="201090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1" id="31"/>
          <p:cNvGrpSpPr/>
          <p:nvPr/>
        </p:nvGrpSpPr>
        <p:grpSpPr>
          <a:xfrm rot="0">
            <a:off x="11404530" y="5887898"/>
            <a:ext cx="2609850" cy="2219325"/>
            <a:chOff x="0" y="0"/>
            <a:chExt cx="3479800" cy="2959100"/>
          </a:xfrm>
        </p:grpSpPr>
        <p:sp>
          <p:nvSpPr>
            <p:cNvPr name="Freeform 32" id="32"/>
            <p:cNvSpPr/>
            <p:nvPr/>
          </p:nvSpPr>
          <p:spPr>
            <a:xfrm flipH="false" flipV="false" rot="0">
              <a:off x="0" y="0"/>
              <a:ext cx="3479800" cy="2959100"/>
            </a:xfrm>
            <a:custGeom>
              <a:avLst/>
              <a:gdLst/>
              <a:ahLst/>
              <a:cxnLst/>
              <a:rect r="r" b="b" t="t" l="l"/>
              <a:pathLst>
                <a:path h="2959100" w="3479800">
                  <a:moveTo>
                    <a:pt x="0" y="0"/>
                  </a:moveTo>
                  <a:lnTo>
                    <a:pt x="3479800" y="0"/>
                  </a:lnTo>
                  <a:lnTo>
                    <a:pt x="3479800" y="2959100"/>
                  </a:lnTo>
                  <a:lnTo>
                    <a:pt x="0" y="2959100"/>
                  </a:lnTo>
                  <a:lnTo>
                    <a:pt x="0" y="0"/>
                  </a:lnTo>
                  <a:close/>
                </a:path>
              </a:pathLst>
            </a:custGeom>
            <a:blipFill>
              <a:blip r:embed="rId7"/>
              <a:stretch>
                <a:fillRect l="0" t="0" r="0" b="0"/>
              </a:stretch>
            </a:blipFill>
          </p:spPr>
        </p:sp>
      </p:grpSp>
      <p:sp>
        <p:nvSpPr>
          <p:cNvPr name="Freeform 33" id="33"/>
          <p:cNvSpPr/>
          <p:nvPr/>
        </p:nvSpPr>
        <p:spPr>
          <a:xfrm flipH="false" flipV="false" rot="0">
            <a:off x="8899979" y="7152932"/>
            <a:ext cx="1917697" cy="1917697"/>
          </a:xfrm>
          <a:custGeom>
            <a:avLst/>
            <a:gdLst/>
            <a:ahLst/>
            <a:cxnLst/>
            <a:rect r="r" b="b" t="t" l="l"/>
            <a:pathLst>
              <a:path h="1917697" w="1917697">
                <a:moveTo>
                  <a:pt x="0" y="0"/>
                </a:moveTo>
                <a:lnTo>
                  <a:pt x="1917697" y="0"/>
                </a:lnTo>
                <a:lnTo>
                  <a:pt x="1917697" y="1917697"/>
                </a:lnTo>
                <a:lnTo>
                  <a:pt x="0" y="19176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4" id="34"/>
          <p:cNvGrpSpPr/>
          <p:nvPr/>
        </p:nvGrpSpPr>
        <p:grpSpPr>
          <a:xfrm rot="0">
            <a:off x="10789996" y="8420386"/>
            <a:ext cx="2905125" cy="1676400"/>
            <a:chOff x="0" y="0"/>
            <a:chExt cx="3873500" cy="2235200"/>
          </a:xfrm>
        </p:grpSpPr>
        <p:sp>
          <p:nvSpPr>
            <p:cNvPr name="Freeform 35" id="35"/>
            <p:cNvSpPr/>
            <p:nvPr/>
          </p:nvSpPr>
          <p:spPr>
            <a:xfrm flipH="false" flipV="false" rot="0">
              <a:off x="0" y="0"/>
              <a:ext cx="3873500" cy="2235200"/>
            </a:xfrm>
            <a:custGeom>
              <a:avLst/>
              <a:gdLst/>
              <a:ahLst/>
              <a:cxnLst/>
              <a:rect r="r" b="b" t="t" l="l"/>
              <a:pathLst>
                <a:path h="2235200" w="3873500">
                  <a:moveTo>
                    <a:pt x="0" y="0"/>
                  </a:moveTo>
                  <a:lnTo>
                    <a:pt x="3873500" y="0"/>
                  </a:lnTo>
                  <a:lnTo>
                    <a:pt x="3873500" y="2235200"/>
                  </a:lnTo>
                  <a:lnTo>
                    <a:pt x="0" y="2235200"/>
                  </a:lnTo>
                  <a:lnTo>
                    <a:pt x="0" y="0"/>
                  </a:lnTo>
                  <a:close/>
                </a:path>
              </a:pathLst>
            </a:custGeom>
            <a:blipFill>
              <a:blip r:embed="rId10"/>
              <a:stretch>
                <a:fillRect l="0" t="0" r="0" b="0"/>
              </a:stretch>
            </a:blipFill>
          </p:spPr>
        </p:sp>
      </p:grpSp>
      <p:grpSp>
        <p:nvGrpSpPr>
          <p:cNvPr name="Group 36" id="36"/>
          <p:cNvGrpSpPr/>
          <p:nvPr/>
        </p:nvGrpSpPr>
        <p:grpSpPr>
          <a:xfrm rot="0">
            <a:off x="8963482" y="7216426"/>
            <a:ext cx="1787719" cy="1787719"/>
            <a:chOff x="0" y="0"/>
            <a:chExt cx="1787715" cy="1787715"/>
          </a:xfrm>
        </p:grpSpPr>
        <p:sp>
          <p:nvSpPr>
            <p:cNvPr name="Freeform 37" id="37"/>
            <p:cNvSpPr/>
            <p:nvPr/>
          </p:nvSpPr>
          <p:spPr>
            <a:xfrm flipH="false" flipV="false" rot="0">
              <a:off x="0" y="0"/>
              <a:ext cx="1787778" cy="1787778"/>
            </a:xfrm>
            <a:custGeom>
              <a:avLst/>
              <a:gdLst/>
              <a:ahLst/>
              <a:cxnLst/>
              <a:rect r="r" b="b" t="t" l="l"/>
              <a:pathLst>
                <a:path h="1787778" w="1787778">
                  <a:moveTo>
                    <a:pt x="0" y="1787778"/>
                  </a:moveTo>
                  <a:lnTo>
                    <a:pt x="1787778" y="1787778"/>
                  </a:lnTo>
                  <a:lnTo>
                    <a:pt x="1787778" y="0"/>
                  </a:lnTo>
                  <a:lnTo>
                    <a:pt x="0" y="0"/>
                  </a:lnTo>
                  <a:close/>
                </a:path>
              </a:pathLst>
            </a:custGeom>
            <a:solidFill>
              <a:srgbClr val="000000">
                <a:alpha val="0"/>
              </a:srgbClr>
            </a:solidFill>
          </p:spPr>
        </p:sp>
      </p:grpSp>
      <p:grpSp>
        <p:nvGrpSpPr>
          <p:cNvPr name="Group 38" id="38"/>
          <p:cNvGrpSpPr/>
          <p:nvPr/>
        </p:nvGrpSpPr>
        <p:grpSpPr>
          <a:xfrm rot="0">
            <a:off x="9509103" y="4334027"/>
            <a:ext cx="1070591" cy="1911782"/>
            <a:chOff x="0" y="0"/>
            <a:chExt cx="1070597" cy="1911782"/>
          </a:xfrm>
        </p:grpSpPr>
        <p:sp>
          <p:nvSpPr>
            <p:cNvPr name="Freeform 39" id="39"/>
            <p:cNvSpPr/>
            <p:nvPr/>
          </p:nvSpPr>
          <p:spPr>
            <a:xfrm flipH="false" flipV="false" rot="0">
              <a:off x="0" y="0"/>
              <a:ext cx="1070612" cy="1911736"/>
            </a:xfrm>
            <a:custGeom>
              <a:avLst/>
              <a:gdLst/>
              <a:ahLst/>
              <a:cxnLst/>
              <a:rect r="r" b="b" t="t" l="l"/>
              <a:pathLst>
                <a:path h="1911736" w="1070612">
                  <a:moveTo>
                    <a:pt x="0" y="1911736"/>
                  </a:moveTo>
                  <a:lnTo>
                    <a:pt x="1070612" y="1911736"/>
                  </a:lnTo>
                  <a:lnTo>
                    <a:pt x="1070612" y="0"/>
                  </a:lnTo>
                  <a:lnTo>
                    <a:pt x="0" y="0"/>
                  </a:lnTo>
                  <a:close/>
                </a:path>
              </a:pathLst>
            </a:custGeom>
            <a:solidFill>
              <a:srgbClr val="000000">
                <a:alpha val="0"/>
              </a:srgbClr>
            </a:solidFill>
          </p:spPr>
        </p:sp>
      </p:grpSp>
      <p:sp>
        <p:nvSpPr>
          <p:cNvPr name="TextBox 40" id="40"/>
          <p:cNvSpPr txBox="true"/>
          <p:nvPr/>
        </p:nvSpPr>
        <p:spPr>
          <a:xfrm rot="0">
            <a:off x="1173747" y="2171948"/>
            <a:ext cx="7226427" cy="5531653"/>
          </a:xfrm>
          <a:prstGeom prst="rect">
            <a:avLst/>
          </a:prstGeom>
        </p:spPr>
        <p:txBody>
          <a:bodyPr anchor="t" rtlCol="false" tIns="0" lIns="0" bIns="0" rIns="0">
            <a:spAutoFit/>
          </a:bodyPr>
          <a:lstStyle/>
          <a:p>
            <a:pPr algn="l">
              <a:lnSpc>
                <a:spcPts val="3932"/>
              </a:lnSpc>
            </a:pPr>
            <a:r>
              <a:rPr lang="en-US" sz="3703">
                <a:solidFill>
                  <a:srgbClr val="FFFFFF"/>
                </a:solidFill>
                <a:latin typeface="Times New Roman"/>
                <a:ea typeface="Times New Roman"/>
                <a:cs typeface="Times New Roman"/>
                <a:sym typeface="Times New Roman"/>
              </a:rPr>
              <a:t>Decision Making</a:t>
            </a:r>
          </a:p>
          <a:p>
            <a:pPr algn="l">
              <a:lnSpc>
                <a:spcPts val="3932"/>
              </a:lnSpc>
            </a:pPr>
            <a:r>
              <a:rPr lang="en-US" sz="3703">
                <a:solidFill>
                  <a:srgbClr val="FFFFFF"/>
                </a:solidFill>
                <a:latin typeface="Times New Roman"/>
                <a:ea typeface="Times New Roman"/>
                <a:cs typeface="Times New Roman"/>
                <a:sym typeface="Times New Roman"/>
              </a:rPr>
              <a:t>Scientific Research and Development Artificial intelligence and Robotics. Building smart AI enabled software IT and other all in industry</a:t>
            </a:r>
          </a:p>
          <a:p>
            <a:pPr algn="l">
              <a:lnSpc>
                <a:spcPts val="3932"/>
              </a:lnSpc>
            </a:pPr>
            <a:r>
              <a:rPr lang="en-US" sz="3703">
                <a:solidFill>
                  <a:srgbClr val="FFFFFF"/>
                </a:solidFill>
                <a:latin typeface="Times New Roman"/>
                <a:ea typeface="Times New Roman"/>
                <a:cs typeface="Times New Roman"/>
                <a:sym typeface="Times New Roman"/>
              </a:rPr>
              <a:t>Install AI enabled cameras</a:t>
            </a:r>
          </a:p>
          <a:p>
            <a:pPr algn="l">
              <a:lnSpc>
                <a:spcPts val="3932"/>
              </a:lnSpc>
            </a:pPr>
            <a:r>
              <a:rPr lang="en-US" sz="3703">
                <a:solidFill>
                  <a:srgbClr val="FFFFFF"/>
                </a:solidFill>
                <a:latin typeface="Times New Roman"/>
                <a:ea typeface="Times New Roman"/>
                <a:cs typeface="Times New Roman"/>
                <a:sym typeface="Times New Roman"/>
              </a:rPr>
              <a:t>Data driven based application Efficiency and Optimization</a:t>
            </a:r>
          </a:p>
          <a:p>
            <a:pPr algn="l">
              <a:lnSpc>
                <a:spcPts val="3932"/>
              </a:lnSpc>
            </a:pPr>
            <a:r>
              <a:rPr lang="en-US" sz="3703">
                <a:solidFill>
                  <a:srgbClr val="FFFFFF"/>
                </a:solidFill>
                <a:latin typeface="Times New Roman"/>
                <a:ea typeface="Times New Roman"/>
                <a:cs typeface="Times New Roman"/>
                <a:sym typeface="Times New Roman"/>
              </a:rPr>
              <a:t>Business Analytics</a:t>
            </a:r>
          </a:p>
          <a:p>
            <a:pPr algn="l">
              <a:lnSpc>
                <a:spcPts val="3932"/>
              </a:lnSpc>
            </a:pPr>
            <a:r>
              <a:rPr lang="en-US" sz="3703">
                <a:solidFill>
                  <a:srgbClr val="FFFFFF"/>
                </a:solidFill>
                <a:latin typeface="Times New Roman"/>
                <a:ea typeface="Times New Roman"/>
                <a:cs typeface="Times New Roman"/>
                <a:sym typeface="Times New Roman"/>
              </a:rPr>
              <a:t>Future estimation. </a:t>
            </a:r>
          </a:p>
          <a:p>
            <a:pPr algn="l">
              <a:lnSpc>
                <a:spcPts val="3932"/>
              </a:lnSpc>
            </a:pPr>
            <a:r>
              <a:rPr lang="en-US" sz="3703">
                <a:solidFill>
                  <a:srgbClr val="FFFFFF"/>
                </a:solidFill>
                <a:latin typeface="Times New Roman"/>
                <a:ea typeface="Times New Roman"/>
                <a:cs typeface="Times New Roman"/>
                <a:sym typeface="Times New Roman"/>
              </a:rPr>
              <a:t>Content Recommendation</a:t>
            </a:r>
          </a:p>
        </p:txBody>
      </p:sp>
      <p:sp>
        <p:nvSpPr>
          <p:cNvPr name="TextBox 41" id="41"/>
          <p:cNvSpPr txBox="true"/>
          <p:nvPr/>
        </p:nvSpPr>
        <p:spPr>
          <a:xfrm rot="0">
            <a:off x="502558" y="304009"/>
            <a:ext cx="10273265" cy="1522038"/>
          </a:xfrm>
          <a:prstGeom prst="rect">
            <a:avLst/>
          </a:prstGeom>
        </p:spPr>
        <p:txBody>
          <a:bodyPr anchor="t" rtlCol="false" tIns="0" lIns="0" bIns="0" rIns="0">
            <a:spAutoFit/>
          </a:bodyPr>
          <a:lstStyle/>
          <a:p>
            <a:pPr algn="l">
              <a:lnSpc>
                <a:spcPts val="11485"/>
              </a:lnSpc>
            </a:pPr>
            <a:r>
              <a:rPr lang="en-US" b="true" sz="8203">
                <a:solidFill>
                  <a:srgbClr val="ED7D31"/>
                </a:solidFill>
                <a:latin typeface="Calibri (MS) Bold"/>
                <a:ea typeface="Calibri (MS) Bold"/>
                <a:cs typeface="Calibri (MS) Bold"/>
                <a:sym typeface="Calibri (MS) Bold"/>
              </a:rPr>
              <a:t>WHAT CAN DATA DO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102242" y="6207843"/>
            <a:ext cx="6305550" cy="4079157"/>
            <a:chOff x="0" y="0"/>
            <a:chExt cx="8407400" cy="5438877"/>
          </a:xfrm>
        </p:grpSpPr>
        <p:sp>
          <p:nvSpPr>
            <p:cNvPr name="Freeform 5" id="5"/>
            <p:cNvSpPr/>
            <p:nvPr/>
          </p:nvSpPr>
          <p:spPr>
            <a:xfrm flipH="false" flipV="false" rot="0">
              <a:off x="0" y="0"/>
              <a:ext cx="8407400" cy="5438902"/>
            </a:xfrm>
            <a:custGeom>
              <a:avLst/>
              <a:gdLst/>
              <a:ahLst/>
              <a:cxnLst/>
              <a:rect r="r" b="b" t="t" l="l"/>
              <a:pathLst>
                <a:path h="5438902" w="8407400">
                  <a:moveTo>
                    <a:pt x="0" y="0"/>
                  </a:moveTo>
                  <a:lnTo>
                    <a:pt x="8407400" y="0"/>
                  </a:lnTo>
                  <a:lnTo>
                    <a:pt x="8407400" y="5438902"/>
                  </a:lnTo>
                  <a:lnTo>
                    <a:pt x="0" y="5438902"/>
                  </a:lnTo>
                  <a:lnTo>
                    <a:pt x="0" y="0"/>
                  </a:lnTo>
                  <a:close/>
                </a:path>
              </a:pathLst>
            </a:custGeom>
            <a:blipFill>
              <a:blip r:embed="rId3"/>
              <a:stretch>
                <a:fillRect l="0" t="-8" r="0" b="-2965"/>
              </a:stretch>
            </a:blipFill>
          </p:spPr>
        </p:sp>
      </p:grpSp>
      <p:grpSp>
        <p:nvGrpSpPr>
          <p:cNvPr name="Group 6" id="6"/>
          <p:cNvGrpSpPr/>
          <p:nvPr/>
        </p:nvGrpSpPr>
        <p:grpSpPr>
          <a:xfrm rot="0">
            <a:off x="859279" y="4884696"/>
            <a:ext cx="8051825" cy="5094713"/>
            <a:chOff x="0" y="0"/>
            <a:chExt cx="10735767" cy="6792951"/>
          </a:xfrm>
        </p:grpSpPr>
        <p:sp>
          <p:nvSpPr>
            <p:cNvPr name="Freeform 7" id="7"/>
            <p:cNvSpPr/>
            <p:nvPr/>
          </p:nvSpPr>
          <p:spPr>
            <a:xfrm flipH="false" flipV="false" rot="0">
              <a:off x="0" y="0"/>
              <a:ext cx="10735818" cy="6792976"/>
            </a:xfrm>
            <a:custGeom>
              <a:avLst/>
              <a:gdLst/>
              <a:ahLst/>
              <a:cxnLst/>
              <a:rect r="r" b="b" t="t" l="l"/>
              <a:pathLst>
                <a:path h="6792976" w="10735818">
                  <a:moveTo>
                    <a:pt x="0" y="0"/>
                  </a:moveTo>
                  <a:lnTo>
                    <a:pt x="10735818" y="0"/>
                  </a:lnTo>
                  <a:lnTo>
                    <a:pt x="10735818" y="6792976"/>
                  </a:lnTo>
                  <a:lnTo>
                    <a:pt x="0" y="6792976"/>
                  </a:lnTo>
                  <a:lnTo>
                    <a:pt x="0" y="0"/>
                  </a:lnTo>
                  <a:close/>
                </a:path>
              </a:pathLst>
            </a:custGeom>
            <a:blipFill>
              <a:blip r:embed="rId4"/>
              <a:stretch>
                <a:fillRect l="0" t="-23838" r="0" b="-23347"/>
              </a:stretch>
            </a:blipFill>
          </p:spPr>
        </p:sp>
      </p:grpSp>
      <p:sp>
        <p:nvSpPr>
          <p:cNvPr name="Freeform 8" id="8"/>
          <p:cNvSpPr/>
          <p:nvPr/>
        </p:nvSpPr>
        <p:spPr>
          <a:xfrm flipH="false" flipV="false" rot="0">
            <a:off x="848620" y="4873981"/>
            <a:ext cx="8073095" cy="5116154"/>
          </a:xfrm>
          <a:custGeom>
            <a:avLst/>
            <a:gdLst/>
            <a:ahLst/>
            <a:cxnLst/>
            <a:rect r="r" b="b" t="t" l="l"/>
            <a:pathLst>
              <a:path h="5116154" w="8073095">
                <a:moveTo>
                  <a:pt x="0" y="0"/>
                </a:moveTo>
                <a:lnTo>
                  <a:pt x="8073095" y="0"/>
                </a:lnTo>
                <a:lnTo>
                  <a:pt x="8073095" y="5116153"/>
                </a:lnTo>
                <a:lnTo>
                  <a:pt x="0" y="51161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805533" y="5197278"/>
            <a:ext cx="2202713"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Business Problem</a:t>
            </a:r>
          </a:p>
        </p:txBody>
      </p:sp>
      <p:sp>
        <p:nvSpPr>
          <p:cNvPr name="TextBox 10" id="10"/>
          <p:cNvSpPr txBox="true"/>
          <p:nvPr/>
        </p:nvSpPr>
        <p:spPr>
          <a:xfrm rot="0">
            <a:off x="4617101" y="5492553"/>
            <a:ext cx="70152"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 </a:t>
            </a:r>
          </a:p>
        </p:txBody>
      </p:sp>
      <p:sp>
        <p:nvSpPr>
          <p:cNvPr name="TextBox 11" id="11"/>
          <p:cNvSpPr txBox="true"/>
          <p:nvPr/>
        </p:nvSpPr>
        <p:spPr>
          <a:xfrm rot="0">
            <a:off x="5029800" y="5492553"/>
            <a:ext cx="126254"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a:t>
            </a:r>
          </a:p>
        </p:txBody>
      </p:sp>
      <p:sp>
        <p:nvSpPr>
          <p:cNvPr name="TextBox 12" id="12"/>
          <p:cNvSpPr txBox="true"/>
          <p:nvPr/>
        </p:nvSpPr>
        <p:spPr>
          <a:xfrm rot="0">
            <a:off x="3984574" y="5787828"/>
            <a:ext cx="1837582"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Data Collection</a:t>
            </a:r>
          </a:p>
        </p:txBody>
      </p:sp>
      <p:sp>
        <p:nvSpPr>
          <p:cNvPr name="TextBox 13" id="13"/>
          <p:cNvSpPr txBox="true"/>
          <p:nvPr/>
        </p:nvSpPr>
        <p:spPr>
          <a:xfrm rot="0">
            <a:off x="4617101" y="6083103"/>
            <a:ext cx="70152"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 </a:t>
            </a:r>
          </a:p>
        </p:txBody>
      </p:sp>
      <p:sp>
        <p:nvSpPr>
          <p:cNvPr name="TextBox 14" id="14"/>
          <p:cNvSpPr txBox="true"/>
          <p:nvPr/>
        </p:nvSpPr>
        <p:spPr>
          <a:xfrm rot="0">
            <a:off x="5029800" y="6083103"/>
            <a:ext cx="126254"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a:t>
            </a:r>
          </a:p>
        </p:txBody>
      </p:sp>
      <p:sp>
        <p:nvSpPr>
          <p:cNvPr name="TextBox 15" id="15"/>
          <p:cNvSpPr txBox="true"/>
          <p:nvPr/>
        </p:nvSpPr>
        <p:spPr>
          <a:xfrm rot="0">
            <a:off x="4060184" y="6378378"/>
            <a:ext cx="1683372"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Data Cleaning</a:t>
            </a:r>
          </a:p>
        </p:txBody>
      </p:sp>
      <p:sp>
        <p:nvSpPr>
          <p:cNvPr name="TextBox 16" id="16"/>
          <p:cNvSpPr txBox="true"/>
          <p:nvPr/>
        </p:nvSpPr>
        <p:spPr>
          <a:xfrm rot="0">
            <a:off x="4617101" y="6673653"/>
            <a:ext cx="70152"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 </a:t>
            </a:r>
          </a:p>
        </p:txBody>
      </p:sp>
      <p:sp>
        <p:nvSpPr>
          <p:cNvPr name="TextBox 17" id="17"/>
          <p:cNvSpPr txBox="true"/>
          <p:nvPr/>
        </p:nvSpPr>
        <p:spPr>
          <a:xfrm rot="0">
            <a:off x="5029800" y="6673653"/>
            <a:ext cx="126254"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a:t>
            </a:r>
          </a:p>
        </p:txBody>
      </p:sp>
      <p:sp>
        <p:nvSpPr>
          <p:cNvPr name="TextBox 18" id="18"/>
          <p:cNvSpPr txBox="true"/>
          <p:nvPr/>
        </p:nvSpPr>
        <p:spPr>
          <a:xfrm rot="0">
            <a:off x="3523955" y="6968928"/>
            <a:ext cx="2777233"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Data Exploration (EDA)</a:t>
            </a:r>
          </a:p>
        </p:txBody>
      </p:sp>
      <p:sp>
        <p:nvSpPr>
          <p:cNvPr name="TextBox 19" id="19"/>
          <p:cNvSpPr txBox="true"/>
          <p:nvPr/>
        </p:nvSpPr>
        <p:spPr>
          <a:xfrm rot="0">
            <a:off x="4617101" y="7264203"/>
            <a:ext cx="70152"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 </a:t>
            </a:r>
          </a:p>
        </p:txBody>
      </p:sp>
      <p:sp>
        <p:nvSpPr>
          <p:cNvPr name="TextBox 20" id="20"/>
          <p:cNvSpPr txBox="true"/>
          <p:nvPr/>
        </p:nvSpPr>
        <p:spPr>
          <a:xfrm rot="0">
            <a:off x="5029800" y="7264203"/>
            <a:ext cx="126254"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a:t>
            </a:r>
          </a:p>
        </p:txBody>
      </p:sp>
      <p:sp>
        <p:nvSpPr>
          <p:cNvPr name="TextBox 21" id="21"/>
          <p:cNvSpPr txBox="true"/>
          <p:nvPr/>
        </p:nvSpPr>
        <p:spPr>
          <a:xfrm rot="0">
            <a:off x="3826221" y="7559478"/>
            <a:ext cx="2160413"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Data Visualization</a:t>
            </a:r>
          </a:p>
        </p:txBody>
      </p:sp>
      <p:sp>
        <p:nvSpPr>
          <p:cNvPr name="TextBox 22" id="22"/>
          <p:cNvSpPr txBox="true"/>
          <p:nvPr/>
        </p:nvSpPr>
        <p:spPr>
          <a:xfrm rot="0">
            <a:off x="4617101" y="7854753"/>
            <a:ext cx="70152"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 </a:t>
            </a:r>
          </a:p>
        </p:txBody>
      </p:sp>
      <p:sp>
        <p:nvSpPr>
          <p:cNvPr name="TextBox 23" id="23"/>
          <p:cNvSpPr txBox="true"/>
          <p:nvPr/>
        </p:nvSpPr>
        <p:spPr>
          <a:xfrm rot="0">
            <a:off x="5029800" y="7854753"/>
            <a:ext cx="126254"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a:t>
            </a:r>
          </a:p>
        </p:txBody>
      </p:sp>
      <p:sp>
        <p:nvSpPr>
          <p:cNvPr name="TextBox 24" id="24"/>
          <p:cNvSpPr txBox="true"/>
          <p:nvPr/>
        </p:nvSpPr>
        <p:spPr>
          <a:xfrm rot="0">
            <a:off x="3702996" y="8150028"/>
            <a:ext cx="2411740"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Model Building (ML)</a:t>
            </a:r>
          </a:p>
        </p:txBody>
      </p:sp>
      <p:sp>
        <p:nvSpPr>
          <p:cNvPr name="TextBox 25" id="25"/>
          <p:cNvSpPr txBox="true"/>
          <p:nvPr/>
        </p:nvSpPr>
        <p:spPr>
          <a:xfrm rot="0">
            <a:off x="4617101" y="8445303"/>
            <a:ext cx="70152"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 </a:t>
            </a:r>
          </a:p>
        </p:txBody>
      </p:sp>
      <p:sp>
        <p:nvSpPr>
          <p:cNvPr name="TextBox 26" id="26"/>
          <p:cNvSpPr txBox="true"/>
          <p:nvPr/>
        </p:nvSpPr>
        <p:spPr>
          <a:xfrm rot="0">
            <a:off x="5029800" y="8445303"/>
            <a:ext cx="126254"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a:t>
            </a:r>
          </a:p>
        </p:txBody>
      </p:sp>
      <p:sp>
        <p:nvSpPr>
          <p:cNvPr name="TextBox 27" id="27"/>
          <p:cNvSpPr txBox="true"/>
          <p:nvPr/>
        </p:nvSpPr>
        <p:spPr>
          <a:xfrm rot="0">
            <a:off x="4259466" y="8740578"/>
            <a:ext cx="1276588"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Evaluation</a:t>
            </a:r>
          </a:p>
        </p:txBody>
      </p:sp>
      <p:sp>
        <p:nvSpPr>
          <p:cNvPr name="TextBox 28" id="28"/>
          <p:cNvSpPr txBox="true"/>
          <p:nvPr/>
        </p:nvSpPr>
        <p:spPr>
          <a:xfrm rot="0">
            <a:off x="4617101" y="9035853"/>
            <a:ext cx="70152"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 </a:t>
            </a:r>
          </a:p>
        </p:txBody>
      </p:sp>
      <p:sp>
        <p:nvSpPr>
          <p:cNvPr name="TextBox 29" id="29"/>
          <p:cNvSpPr txBox="true"/>
          <p:nvPr/>
        </p:nvSpPr>
        <p:spPr>
          <a:xfrm rot="0">
            <a:off x="5029800" y="9035853"/>
            <a:ext cx="126254" cy="349091"/>
          </a:xfrm>
          <a:prstGeom prst="rect">
            <a:avLst/>
          </a:prstGeom>
        </p:spPr>
        <p:txBody>
          <a:bodyPr anchor="t" rtlCol="false" tIns="0" lIns="0" bIns="0" rIns="0">
            <a:spAutoFit/>
          </a:bodyPr>
          <a:lstStyle/>
          <a:p>
            <a:pPr algn="l">
              <a:lnSpc>
                <a:spcPts val="2728"/>
              </a:lnSpc>
            </a:pPr>
            <a:r>
              <a:rPr lang="en-US" b="true" sz="1949" spc="1559">
                <a:solidFill>
                  <a:srgbClr val="FFFFFF"/>
                </a:solidFill>
                <a:latin typeface="Arial Bold"/>
                <a:ea typeface="Arial Bold"/>
                <a:cs typeface="Arial Bold"/>
                <a:sym typeface="Arial Bold"/>
              </a:rPr>
              <a:t>↓</a:t>
            </a:r>
          </a:p>
        </p:txBody>
      </p:sp>
      <p:sp>
        <p:nvSpPr>
          <p:cNvPr name="TextBox 30" id="30"/>
          <p:cNvSpPr txBox="true"/>
          <p:nvPr/>
        </p:nvSpPr>
        <p:spPr>
          <a:xfrm rot="0">
            <a:off x="3276305" y="9331128"/>
            <a:ext cx="3282391" cy="349091"/>
          </a:xfrm>
          <a:prstGeom prst="rect">
            <a:avLst/>
          </a:prstGeom>
        </p:spPr>
        <p:txBody>
          <a:bodyPr anchor="t" rtlCol="false" tIns="0" lIns="0" bIns="0" rIns="0">
            <a:spAutoFit/>
          </a:bodyPr>
          <a:lstStyle/>
          <a:p>
            <a:pPr algn="l">
              <a:lnSpc>
                <a:spcPts val="2728"/>
              </a:lnSpc>
            </a:pPr>
            <a:r>
              <a:rPr lang="en-US" b="true" sz="1949">
                <a:solidFill>
                  <a:srgbClr val="FFFFFF"/>
                </a:solidFill>
                <a:latin typeface="Arial Bold"/>
                <a:ea typeface="Arial Bold"/>
                <a:cs typeface="Arial Bold"/>
                <a:sym typeface="Arial Bold"/>
              </a:rPr>
              <a:t>Insights &amp; Decision Making</a:t>
            </a:r>
          </a:p>
        </p:txBody>
      </p:sp>
      <p:sp>
        <p:nvSpPr>
          <p:cNvPr name="TextBox 31" id="31"/>
          <p:cNvSpPr txBox="true"/>
          <p:nvPr/>
        </p:nvSpPr>
        <p:spPr>
          <a:xfrm rot="0">
            <a:off x="628917" y="255937"/>
            <a:ext cx="6289034" cy="1506855"/>
          </a:xfrm>
          <a:prstGeom prst="rect">
            <a:avLst/>
          </a:prstGeom>
        </p:spPr>
        <p:txBody>
          <a:bodyPr anchor="t" rtlCol="false" tIns="0" lIns="0" bIns="0" rIns="0">
            <a:spAutoFit/>
          </a:bodyPr>
          <a:lstStyle/>
          <a:p>
            <a:pPr algn="l">
              <a:lnSpc>
                <a:spcPts val="11340"/>
              </a:lnSpc>
            </a:pPr>
            <a:r>
              <a:rPr lang="en-US" b="true" sz="8100">
                <a:solidFill>
                  <a:srgbClr val="FFFFFF"/>
                </a:solidFill>
                <a:latin typeface="Calibri (MS) Bold"/>
                <a:ea typeface="Calibri (MS) Bold"/>
                <a:cs typeface="Calibri (MS) Bold"/>
                <a:sym typeface="Calibri (MS) Bold"/>
              </a:rPr>
              <a:t>D</a:t>
            </a:r>
            <a:r>
              <a:rPr lang="en-US" b="true" sz="8100">
                <a:solidFill>
                  <a:srgbClr val="ED7D31"/>
                </a:solidFill>
                <a:latin typeface="Calibri (MS) Bold"/>
                <a:ea typeface="Calibri (MS) Bold"/>
                <a:cs typeface="Calibri (MS) Bold"/>
                <a:sym typeface="Calibri (MS) Bold"/>
              </a:rPr>
              <a:t>ATA </a:t>
            </a:r>
            <a:r>
              <a:rPr lang="en-US" b="true" sz="8100">
                <a:solidFill>
                  <a:srgbClr val="FFFFFF"/>
                </a:solidFill>
                <a:latin typeface="Calibri (MS) Bold"/>
                <a:ea typeface="Calibri (MS) Bold"/>
                <a:cs typeface="Calibri (MS) Bold"/>
                <a:sym typeface="Calibri (MS) Bold"/>
              </a:rPr>
              <a:t>S</a:t>
            </a:r>
            <a:r>
              <a:rPr lang="en-US" b="true" sz="8100">
                <a:solidFill>
                  <a:srgbClr val="ED7D31"/>
                </a:solidFill>
                <a:latin typeface="Calibri (MS) Bold"/>
                <a:ea typeface="Calibri (MS) Bold"/>
                <a:cs typeface="Calibri (MS) Bold"/>
                <a:sym typeface="Calibri (MS) Bold"/>
              </a:rPr>
              <a:t>CIENCE</a:t>
            </a:r>
          </a:p>
        </p:txBody>
      </p:sp>
      <p:sp>
        <p:nvSpPr>
          <p:cNvPr name="TextBox 32" id="32"/>
          <p:cNvSpPr txBox="true"/>
          <p:nvPr/>
        </p:nvSpPr>
        <p:spPr>
          <a:xfrm rot="0">
            <a:off x="1454725" y="2020319"/>
            <a:ext cx="107975" cy="525513"/>
          </a:xfrm>
          <a:prstGeom prst="rect">
            <a:avLst/>
          </a:prstGeom>
        </p:spPr>
        <p:txBody>
          <a:bodyPr anchor="t" rtlCol="false" tIns="0" lIns="0" bIns="0" rIns="0">
            <a:spAutoFit/>
          </a:bodyPr>
          <a:lstStyle/>
          <a:p>
            <a:pPr algn="l">
              <a:lnSpc>
                <a:spcPts val="4200"/>
              </a:lnSpc>
            </a:pPr>
            <a:r>
              <a:rPr lang="en-US" b="true" sz="3000">
                <a:solidFill>
                  <a:srgbClr val="FFFFFF"/>
                </a:solidFill>
                <a:latin typeface="Arial Bold"/>
                <a:ea typeface="Arial Bold"/>
                <a:cs typeface="Arial Bold"/>
                <a:sym typeface="Arial Bold"/>
              </a:rPr>
              <a:t> </a:t>
            </a:r>
          </a:p>
        </p:txBody>
      </p:sp>
      <p:sp>
        <p:nvSpPr>
          <p:cNvPr name="TextBox 33" id="33"/>
          <p:cNvSpPr txBox="true"/>
          <p:nvPr/>
        </p:nvSpPr>
        <p:spPr>
          <a:xfrm rot="0">
            <a:off x="628917" y="2000602"/>
            <a:ext cx="12312044" cy="545230"/>
          </a:xfrm>
          <a:prstGeom prst="rect">
            <a:avLst/>
          </a:prstGeom>
        </p:spPr>
        <p:txBody>
          <a:bodyPr anchor="t" rtlCol="false" tIns="0" lIns="0" bIns="0" rIns="0">
            <a:spAutoFit/>
          </a:bodyPr>
          <a:lstStyle/>
          <a:p>
            <a:pPr algn="l">
              <a:lnSpc>
                <a:spcPts val="4200"/>
              </a:lnSpc>
            </a:pPr>
            <a:r>
              <a:rPr lang="en-US" b="true" sz="3000">
                <a:solidFill>
                  <a:srgbClr val="FFFFFF"/>
                </a:solidFill>
                <a:latin typeface="Arial Bold"/>
                <a:ea typeface="Arial Bold"/>
                <a:cs typeface="Arial Bold"/>
                <a:sym typeface="Arial Bold"/>
              </a:rPr>
              <a:t>DataScience</a:t>
            </a:r>
            <a:r>
              <a:rPr lang="en-US" sz="3000">
                <a:solidFill>
                  <a:srgbClr val="FFFFFF"/>
                </a:solidFill>
                <a:latin typeface="Arial"/>
                <a:ea typeface="Arial"/>
                <a:cs typeface="Arial"/>
                <a:sym typeface="Arial"/>
              </a:rPr>
              <a:t>isthe fieldof study that focuses on </a:t>
            </a:r>
            <a:r>
              <a:rPr lang="en-US" b="true" sz="3000">
                <a:solidFill>
                  <a:srgbClr val="FFFFFF"/>
                </a:solidFill>
                <a:latin typeface="Arial Bold"/>
                <a:ea typeface="Arial Bold"/>
                <a:cs typeface="Arial Bold"/>
                <a:sym typeface="Arial Bold"/>
              </a:rPr>
              <a:t>collecting, cleaning,</a:t>
            </a:r>
          </a:p>
        </p:txBody>
      </p:sp>
      <p:sp>
        <p:nvSpPr>
          <p:cNvPr name="TextBox 34" id="34"/>
          <p:cNvSpPr txBox="true"/>
          <p:nvPr/>
        </p:nvSpPr>
        <p:spPr>
          <a:xfrm rot="0">
            <a:off x="628917" y="2514952"/>
            <a:ext cx="12828861" cy="1859680"/>
          </a:xfrm>
          <a:prstGeom prst="rect">
            <a:avLst/>
          </a:prstGeom>
        </p:spPr>
        <p:txBody>
          <a:bodyPr anchor="t" rtlCol="false" tIns="0" lIns="0" bIns="0" rIns="0">
            <a:spAutoFit/>
          </a:bodyPr>
          <a:lstStyle/>
          <a:p>
            <a:pPr algn="l">
              <a:lnSpc>
                <a:spcPts val="3600"/>
              </a:lnSpc>
            </a:pPr>
            <a:r>
              <a:rPr lang="en-US" b="true" sz="3000">
                <a:solidFill>
                  <a:srgbClr val="FFFFFF"/>
                </a:solidFill>
                <a:latin typeface="Arial Bold"/>
                <a:ea typeface="Arial Bold"/>
                <a:cs typeface="Arial Bold"/>
                <a:sym typeface="Arial Bold"/>
              </a:rPr>
              <a:t>analyzing, and interpreting data</a:t>
            </a:r>
            <a:r>
              <a:rPr lang="en-US" sz="3000">
                <a:solidFill>
                  <a:srgbClr val="FFFFFF"/>
                </a:solidFill>
                <a:latin typeface="Arial"/>
                <a:ea typeface="Arial"/>
                <a:cs typeface="Arial"/>
                <a:sym typeface="Arial"/>
              </a:rPr>
              <a:t> to </a:t>
            </a:r>
            <a:r>
              <a:rPr lang="en-US" b="true" sz="3000">
                <a:solidFill>
                  <a:srgbClr val="FFFFFF"/>
                </a:solidFill>
                <a:latin typeface="Arial Bold"/>
                <a:ea typeface="Arial Bold"/>
                <a:cs typeface="Arial Bold"/>
                <a:sym typeface="Arial Bold"/>
              </a:rPr>
              <a:t>find useful information</a:t>
            </a:r>
            <a:r>
              <a:rPr lang="en-US" sz="3000">
                <a:solidFill>
                  <a:srgbClr val="FFFFFF"/>
                </a:solidFill>
                <a:latin typeface="Arial"/>
                <a:ea typeface="Arial"/>
                <a:cs typeface="Arial"/>
                <a:sym typeface="Arial"/>
              </a:rPr>
              <a:t> and </a:t>
            </a:r>
            <a:r>
              <a:rPr lang="en-US" b="true" sz="3000">
                <a:solidFill>
                  <a:srgbClr val="FFFFFF"/>
                </a:solidFill>
                <a:latin typeface="Arial Bold"/>
                <a:ea typeface="Arial Bold"/>
                <a:cs typeface="Arial Bold"/>
                <a:sym typeface="Arial Bold"/>
              </a:rPr>
              <a:t>help in decision-making</a:t>
            </a:r>
            <a:r>
              <a:rPr lang="en-US" sz="3000">
                <a:solidFill>
                  <a:srgbClr val="FFFFFF"/>
                </a:solidFill>
                <a:latin typeface="Arial"/>
                <a:ea typeface="Arial"/>
                <a:cs typeface="Arial"/>
                <a:sym typeface="Arial"/>
              </a:rPr>
              <a:t>. In Other words, Its multidisciplinary field that uses </a:t>
            </a:r>
            <a:r>
              <a:rPr lang="en-US" b="true" sz="3000">
                <a:solidFill>
                  <a:srgbClr val="FFFFFF"/>
                </a:solidFill>
                <a:latin typeface="Arial Bold"/>
                <a:ea typeface="Arial Bold"/>
                <a:cs typeface="Arial Bold"/>
                <a:sym typeface="Arial Bold"/>
              </a:rPr>
              <a:t>data, programming, statistics, and machine learning</a:t>
            </a:r>
            <a:r>
              <a:rPr lang="en-US" sz="3000">
                <a:solidFill>
                  <a:srgbClr val="FFFFFF"/>
                </a:solidFill>
                <a:latin typeface="Arial"/>
                <a:ea typeface="Arial"/>
                <a:cs typeface="Arial"/>
                <a:sym typeface="Arial"/>
              </a:rPr>
              <a:t> to </a:t>
            </a:r>
            <a:r>
              <a:rPr lang="en-US" b="true" sz="3000">
                <a:solidFill>
                  <a:srgbClr val="FFFFFF"/>
                </a:solidFill>
                <a:latin typeface="Arial Bold"/>
                <a:ea typeface="Arial Bold"/>
                <a:cs typeface="Arial Bold"/>
                <a:sym typeface="Arial Bold"/>
              </a:rPr>
              <a:t>extract meaningful insights</a:t>
            </a:r>
            <a:r>
              <a:rPr lang="en-US" sz="3000">
                <a:solidFill>
                  <a:srgbClr val="FFFFFF"/>
                </a:solidFill>
                <a:latin typeface="Arial"/>
                <a:ea typeface="Arial"/>
                <a:cs typeface="Arial"/>
                <a:sym typeface="Arial"/>
              </a:rPr>
              <a:t> from raw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981104" y="2481262"/>
            <a:ext cx="152400" cy="152400"/>
            <a:chOff x="0" y="0"/>
            <a:chExt cx="152400" cy="152400"/>
          </a:xfrm>
        </p:grpSpPr>
        <p:sp>
          <p:nvSpPr>
            <p:cNvPr name="Freeform 5" id="5"/>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6" id="6"/>
          <p:cNvGrpSpPr/>
          <p:nvPr/>
        </p:nvGrpSpPr>
        <p:grpSpPr>
          <a:xfrm rot="0">
            <a:off x="981104" y="3052762"/>
            <a:ext cx="152400" cy="152400"/>
            <a:chOff x="0" y="0"/>
            <a:chExt cx="152400" cy="152400"/>
          </a:xfrm>
        </p:grpSpPr>
        <p:sp>
          <p:nvSpPr>
            <p:cNvPr name="Freeform 7" id="7"/>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8" id="8"/>
          <p:cNvGrpSpPr/>
          <p:nvPr/>
        </p:nvGrpSpPr>
        <p:grpSpPr>
          <a:xfrm rot="0">
            <a:off x="981104" y="3624262"/>
            <a:ext cx="152400" cy="152400"/>
            <a:chOff x="0" y="0"/>
            <a:chExt cx="152400" cy="152400"/>
          </a:xfrm>
        </p:grpSpPr>
        <p:sp>
          <p:nvSpPr>
            <p:cNvPr name="Freeform 9" id="9"/>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10" id="10"/>
          <p:cNvGrpSpPr/>
          <p:nvPr/>
        </p:nvGrpSpPr>
        <p:grpSpPr>
          <a:xfrm rot="0">
            <a:off x="981104" y="4195762"/>
            <a:ext cx="152400" cy="152400"/>
            <a:chOff x="0" y="0"/>
            <a:chExt cx="152400" cy="152400"/>
          </a:xfrm>
        </p:grpSpPr>
        <p:sp>
          <p:nvSpPr>
            <p:cNvPr name="Freeform 11" id="11"/>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12" id="12"/>
          <p:cNvGrpSpPr/>
          <p:nvPr/>
        </p:nvGrpSpPr>
        <p:grpSpPr>
          <a:xfrm rot="0">
            <a:off x="981104" y="4767262"/>
            <a:ext cx="152400" cy="152400"/>
            <a:chOff x="0" y="0"/>
            <a:chExt cx="152400" cy="152400"/>
          </a:xfrm>
        </p:grpSpPr>
        <p:sp>
          <p:nvSpPr>
            <p:cNvPr name="Freeform 13" id="13"/>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14" id="14"/>
          <p:cNvGrpSpPr/>
          <p:nvPr/>
        </p:nvGrpSpPr>
        <p:grpSpPr>
          <a:xfrm rot="0">
            <a:off x="981104" y="5338762"/>
            <a:ext cx="152400" cy="152400"/>
            <a:chOff x="0" y="0"/>
            <a:chExt cx="152400" cy="152400"/>
          </a:xfrm>
        </p:grpSpPr>
        <p:sp>
          <p:nvSpPr>
            <p:cNvPr name="Freeform 15" id="15"/>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16" id="16"/>
          <p:cNvGrpSpPr/>
          <p:nvPr/>
        </p:nvGrpSpPr>
        <p:grpSpPr>
          <a:xfrm rot="0">
            <a:off x="981104" y="5910262"/>
            <a:ext cx="152400" cy="152400"/>
            <a:chOff x="0" y="0"/>
            <a:chExt cx="152400" cy="152400"/>
          </a:xfrm>
        </p:grpSpPr>
        <p:sp>
          <p:nvSpPr>
            <p:cNvPr name="Freeform 17" id="17"/>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18" id="18"/>
          <p:cNvGrpSpPr/>
          <p:nvPr/>
        </p:nvGrpSpPr>
        <p:grpSpPr>
          <a:xfrm rot="0">
            <a:off x="981104" y="6481762"/>
            <a:ext cx="152400" cy="152400"/>
            <a:chOff x="0" y="0"/>
            <a:chExt cx="152400" cy="152400"/>
          </a:xfrm>
        </p:grpSpPr>
        <p:sp>
          <p:nvSpPr>
            <p:cNvPr name="Freeform 19" id="19"/>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20" id="20"/>
          <p:cNvGrpSpPr/>
          <p:nvPr/>
        </p:nvGrpSpPr>
        <p:grpSpPr>
          <a:xfrm rot="0">
            <a:off x="981104" y="7053262"/>
            <a:ext cx="152400" cy="152400"/>
            <a:chOff x="0" y="0"/>
            <a:chExt cx="152400" cy="152400"/>
          </a:xfrm>
        </p:grpSpPr>
        <p:sp>
          <p:nvSpPr>
            <p:cNvPr name="Freeform 21" id="21"/>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grpSp>
        <p:nvGrpSpPr>
          <p:cNvPr name="Group 22" id="22"/>
          <p:cNvGrpSpPr/>
          <p:nvPr/>
        </p:nvGrpSpPr>
        <p:grpSpPr>
          <a:xfrm rot="0">
            <a:off x="981104" y="7624762"/>
            <a:ext cx="152400" cy="152400"/>
            <a:chOff x="0" y="0"/>
            <a:chExt cx="152400" cy="152400"/>
          </a:xfrm>
        </p:grpSpPr>
        <p:sp>
          <p:nvSpPr>
            <p:cNvPr name="Freeform 23" id="23"/>
            <p:cNvSpPr/>
            <p:nvPr/>
          </p:nvSpPr>
          <p:spPr>
            <a:xfrm flipH="false" flipV="false" rot="0">
              <a:off x="0" y="0"/>
              <a:ext cx="152400" cy="152400"/>
            </a:xfrm>
            <a:custGeom>
              <a:avLst/>
              <a:gdLst/>
              <a:ahLst/>
              <a:cxnLst/>
              <a:rect r="r" b="b" t="t" l="l"/>
              <a:pathLst>
                <a:path h="152400" w="152400">
                  <a:moveTo>
                    <a:pt x="152400" y="76200"/>
                  </a:moveTo>
                  <a:cubicBezTo>
                    <a:pt x="152400" y="81153"/>
                    <a:pt x="151892" y="86106"/>
                    <a:pt x="150876" y="91059"/>
                  </a:cubicBezTo>
                  <a:cubicBezTo>
                    <a:pt x="149860" y="96012"/>
                    <a:pt x="148463" y="100711"/>
                    <a:pt x="146558" y="105410"/>
                  </a:cubicBezTo>
                  <a:cubicBezTo>
                    <a:pt x="144653" y="110109"/>
                    <a:pt x="142240" y="114427"/>
                    <a:pt x="139573" y="118618"/>
                  </a:cubicBezTo>
                  <a:cubicBezTo>
                    <a:pt x="136906" y="122809"/>
                    <a:pt x="133604" y="126619"/>
                    <a:pt x="130048" y="130175"/>
                  </a:cubicBezTo>
                  <a:cubicBezTo>
                    <a:pt x="126492" y="133731"/>
                    <a:pt x="122682" y="136906"/>
                    <a:pt x="118491" y="139700"/>
                  </a:cubicBezTo>
                  <a:cubicBezTo>
                    <a:pt x="114300" y="142494"/>
                    <a:pt x="109982" y="144780"/>
                    <a:pt x="105283" y="146685"/>
                  </a:cubicBezTo>
                  <a:cubicBezTo>
                    <a:pt x="100584" y="148590"/>
                    <a:pt x="95885" y="149987"/>
                    <a:pt x="90932" y="151003"/>
                  </a:cubicBezTo>
                  <a:cubicBezTo>
                    <a:pt x="85979" y="152019"/>
                    <a:pt x="81153" y="152400"/>
                    <a:pt x="76200" y="152400"/>
                  </a:cubicBezTo>
                  <a:cubicBezTo>
                    <a:pt x="71247" y="152400"/>
                    <a:pt x="66294" y="151892"/>
                    <a:pt x="61341" y="150876"/>
                  </a:cubicBezTo>
                  <a:cubicBezTo>
                    <a:pt x="56388" y="149860"/>
                    <a:pt x="51689" y="148463"/>
                    <a:pt x="46990" y="146558"/>
                  </a:cubicBezTo>
                  <a:cubicBezTo>
                    <a:pt x="42291" y="144653"/>
                    <a:pt x="37973" y="142240"/>
                    <a:pt x="33782" y="139573"/>
                  </a:cubicBezTo>
                  <a:cubicBezTo>
                    <a:pt x="29591" y="136906"/>
                    <a:pt x="25781" y="133604"/>
                    <a:pt x="22225" y="130048"/>
                  </a:cubicBezTo>
                  <a:cubicBezTo>
                    <a:pt x="18669" y="126492"/>
                    <a:pt x="15494" y="122682"/>
                    <a:pt x="12700" y="118491"/>
                  </a:cubicBezTo>
                  <a:cubicBezTo>
                    <a:pt x="9906" y="114300"/>
                    <a:pt x="7747" y="109982"/>
                    <a:pt x="5842" y="105410"/>
                  </a:cubicBezTo>
                  <a:cubicBezTo>
                    <a:pt x="3937" y="100838"/>
                    <a:pt x="2413" y="96012"/>
                    <a:pt x="1524" y="91059"/>
                  </a:cubicBezTo>
                  <a:cubicBezTo>
                    <a:pt x="635" y="86106"/>
                    <a:pt x="0" y="81153"/>
                    <a:pt x="0" y="76200"/>
                  </a:cubicBezTo>
                  <a:cubicBezTo>
                    <a:pt x="0" y="71247"/>
                    <a:pt x="508" y="66294"/>
                    <a:pt x="1524" y="61341"/>
                  </a:cubicBezTo>
                  <a:cubicBezTo>
                    <a:pt x="2540" y="56388"/>
                    <a:pt x="3937" y="51689"/>
                    <a:pt x="5842" y="46990"/>
                  </a:cubicBezTo>
                  <a:cubicBezTo>
                    <a:pt x="7747" y="42291"/>
                    <a:pt x="10160" y="37973"/>
                    <a:pt x="12827" y="33782"/>
                  </a:cubicBezTo>
                  <a:cubicBezTo>
                    <a:pt x="15494" y="29591"/>
                    <a:pt x="18796" y="25781"/>
                    <a:pt x="22352" y="22225"/>
                  </a:cubicBezTo>
                  <a:cubicBezTo>
                    <a:pt x="25908" y="18669"/>
                    <a:pt x="29718" y="15494"/>
                    <a:pt x="33909" y="12700"/>
                  </a:cubicBezTo>
                  <a:cubicBezTo>
                    <a:pt x="38100" y="9906"/>
                    <a:pt x="42418" y="7747"/>
                    <a:pt x="46990" y="5842"/>
                  </a:cubicBezTo>
                  <a:cubicBezTo>
                    <a:pt x="51562" y="3937"/>
                    <a:pt x="56388" y="2413"/>
                    <a:pt x="61341" y="1524"/>
                  </a:cubicBezTo>
                  <a:cubicBezTo>
                    <a:pt x="66294" y="635"/>
                    <a:pt x="71247" y="0"/>
                    <a:pt x="76200" y="0"/>
                  </a:cubicBezTo>
                  <a:cubicBezTo>
                    <a:pt x="81153" y="0"/>
                    <a:pt x="86106" y="508"/>
                    <a:pt x="91059" y="1524"/>
                  </a:cubicBezTo>
                  <a:cubicBezTo>
                    <a:pt x="96012" y="2540"/>
                    <a:pt x="100711" y="3937"/>
                    <a:pt x="105410" y="5842"/>
                  </a:cubicBezTo>
                  <a:cubicBezTo>
                    <a:pt x="110109" y="7747"/>
                    <a:pt x="114427" y="10160"/>
                    <a:pt x="118618" y="12827"/>
                  </a:cubicBezTo>
                  <a:cubicBezTo>
                    <a:pt x="122809" y="15494"/>
                    <a:pt x="126619" y="18796"/>
                    <a:pt x="130175" y="22352"/>
                  </a:cubicBezTo>
                  <a:cubicBezTo>
                    <a:pt x="133731" y="25908"/>
                    <a:pt x="136906" y="29718"/>
                    <a:pt x="139700" y="33909"/>
                  </a:cubicBezTo>
                  <a:cubicBezTo>
                    <a:pt x="142494" y="38100"/>
                    <a:pt x="144780" y="42418"/>
                    <a:pt x="146685" y="47117"/>
                  </a:cubicBezTo>
                  <a:cubicBezTo>
                    <a:pt x="148590" y="51816"/>
                    <a:pt x="149987" y="56515"/>
                    <a:pt x="151003" y="61468"/>
                  </a:cubicBezTo>
                  <a:cubicBezTo>
                    <a:pt x="152019" y="66421"/>
                    <a:pt x="152400" y="71247"/>
                    <a:pt x="152400" y="76200"/>
                  </a:cubicBezTo>
                  <a:close/>
                </a:path>
              </a:pathLst>
            </a:custGeom>
            <a:solidFill>
              <a:srgbClr val="FFFFFF"/>
            </a:solidFill>
          </p:spPr>
        </p:sp>
      </p:grpSp>
      <p:sp>
        <p:nvSpPr>
          <p:cNvPr name="TextBox 24" id="24"/>
          <p:cNvSpPr txBox="true"/>
          <p:nvPr/>
        </p:nvSpPr>
        <p:spPr>
          <a:xfrm rot="0">
            <a:off x="556555" y="80429"/>
            <a:ext cx="12912280"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SCOPE OF AI &amp; DATA SCIENCE</a:t>
            </a:r>
          </a:p>
        </p:txBody>
      </p:sp>
      <p:sp>
        <p:nvSpPr>
          <p:cNvPr name="TextBox 25" id="25"/>
          <p:cNvSpPr txBox="true"/>
          <p:nvPr/>
        </p:nvSpPr>
        <p:spPr>
          <a:xfrm rot="0">
            <a:off x="1351683" y="2302307"/>
            <a:ext cx="8165763" cy="5733136"/>
          </a:xfrm>
          <a:prstGeom prst="rect">
            <a:avLst/>
          </a:prstGeom>
        </p:spPr>
        <p:txBody>
          <a:bodyPr anchor="t" rtlCol="false" tIns="0" lIns="0" bIns="0" rIns="0">
            <a:spAutoFit/>
          </a:bodyPr>
          <a:lstStyle/>
          <a:p>
            <a:pPr algn="l">
              <a:lnSpc>
                <a:spcPts val="4498"/>
              </a:lnSpc>
            </a:pPr>
            <a:r>
              <a:rPr lang="en-US" sz="4200">
                <a:solidFill>
                  <a:srgbClr val="FFFFFF"/>
                </a:solidFill>
                <a:latin typeface="Times New Roman"/>
                <a:ea typeface="Times New Roman"/>
                <a:cs typeface="Times New Roman"/>
                <a:sym typeface="Times New Roman"/>
              </a:rPr>
              <a:t>IT industry </a:t>
            </a:r>
          </a:p>
          <a:p>
            <a:pPr algn="l">
              <a:lnSpc>
                <a:spcPts val="4498"/>
              </a:lnSpc>
            </a:pPr>
            <a:r>
              <a:rPr lang="en-US" sz="4200">
                <a:solidFill>
                  <a:srgbClr val="FFFFFF"/>
                </a:solidFill>
                <a:latin typeface="Times New Roman"/>
                <a:ea typeface="Times New Roman"/>
                <a:cs typeface="Times New Roman"/>
                <a:sym typeface="Times New Roman"/>
              </a:rPr>
              <a:t>Agriculture Department</a:t>
            </a:r>
          </a:p>
          <a:p>
            <a:pPr algn="l">
              <a:lnSpc>
                <a:spcPts val="4498"/>
              </a:lnSpc>
            </a:pPr>
            <a:r>
              <a:rPr lang="en-US" sz="4200">
                <a:solidFill>
                  <a:srgbClr val="FFFFFF"/>
                </a:solidFill>
                <a:latin typeface="Times New Roman"/>
                <a:ea typeface="Times New Roman"/>
                <a:cs typeface="Times New Roman"/>
                <a:sym typeface="Times New Roman"/>
              </a:rPr>
              <a:t>Healthcare and Medicine Department Artificial intelligence and Robotics Finance and Banking</a:t>
            </a:r>
          </a:p>
          <a:p>
            <a:pPr algn="l">
              <a:lnSpc>
                <a:spcPts val="4498"/>
              </a:lnSpc>
            </a:pPr>
            <a:r>
              <a:rPr lang="en-US" sz="4200">
                <a:solidFill>
                  <a:srgbClr val="FFFFFF"/>
                </a:solidFill>
                <a:latin typeface="Times New Roman"/>
                <a:ea typeface="Times New Roman"/>
                <a:cs typeface="Times New Roman"/>
                <a:sym typeface="Times New Roman"/>
              </a:rPr>
              <a:t>Marketing and Advertising Manufacturing and Industry Transportation and Logistics E-commerce</a:t>
            </a:r>
          </a:p>
          <a:p>
            <a:pPr algn="l">
              <a:lnSpc>
                <a:spcPts val="4498"/>
              </a:lnSpc>
            </a:pPr>
            <a:r>
              <a:rPr lang="en-US" sz="4200">
                <a:solidFill>
                  <a:srgbClr val="FF8D41"/>
                </a:solidFill>
                <a:latin typeface="Times New Roman"/>
                <a:ea typeface="Times New Roman"/>
                <a:cs typeface="Times New Roman"/>
                <a:sym typeface="Times New Roman"/>
              </a:rPr>
              <a:t>And so 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4051373" y="6612826"/>
            <a:ext cx="165097" cy="829704"/>
          </a:xfrm>
          <a:custGeom>
            <a:avLst/>
            <a:gdLst/>
            <a:ahLst/>
            <a:cxnLst/>
            <a:rect r="r" b="b" t="t" l="l"/>
            <a:pathLst>
              <a:path h="829704" w="165097">
                <a:moveTo>
                  <a:pt x="0" y="0"/>
                </a:moveTo>
                <a:lnTo>
                  <a:pt x="165097" y="0"/>
                </a:lnTo>
                <a:lnTo>
                  <a:pt x="165097" y="829704"/>
                </a:lnTo>
                <a:lnTo>
                  <a:pt x="0" y="8297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2573607"/>
            <a:ext cx="12487275" cy="6391275"/>
            <a:chOff x="0" y="0"/>
            <a:chExt cx="16649700" cy="8521700"/>
          </a:xfrm>
        </p:grpSpPr>
        <p:sp>
          <p:nvSpPr>
            <p:cNvPr name="Freeform 6" id="6"/>
            <p:cNvSpPr/>
            <p:nvPr/>
          </p:nvSpPr>
          <p:spPr>
            <a:xfrm flipH="false" flipV="false" rot="0">
              <a:off x="0" y="0"/>
              <a:ext cx="16649700" cy="8521700"/>
            </a:xfrm>
            <a:custGeom>
              <a:avLst/>
              <a:gdLst/>
              <a:ahLst/>
              <a:cxnLst/>
              <a:rect r="r" b="b" t="t" l="l"/>
              <a:pathLst>
                <a:path h="8521700" w="16649700">
                  <a:moveTo>
                    <a:pt x="0" y="0"/>
                  </a:moveTo>
                  <a:lnTo>
                    <a:pt x="16649700" y="0"/>
                  </a:lnTo>
                  <a:lnTo>
                    <a:pt x="16649700" y="8521700"/>
                  </a:lnTo>
                  <a:lnTo>
                    <a:pt x="0" y="8521700"/>
                  </a:lnTo>
                  <a:lnTo>
                    <a:pt x="0" y="0"/>
                  </a:lnTo>
                  <a:close/>
                </a:path>
              </a:pathLst>
            </a:custGeom>
            <a:blipFill>
              <a:blip r:embed="rId5"/>
              <a:stretch>
                <a:fillRect l="0" t="-4960" r="0" b="-4876"/>
              </a:stretch>
            </a:blipFill>
          </p:spPr>
        </p:sp>
      </p:grpSp>
      <p:grpSp>
        <p:nvGrpSpPr>
          <p:cNvPr name="Group 7" id="7"/>
          <p:cNvGrpSpPr/>
          <p:nvPr/>
        </p:nvGrpSpPr>
        <p:grpSpPr>
          <a:xfrm rot="0">
            <a:off x="1089603" y="2371173"/>
            <a:ext cx="12592050" cy="6591300"/>
            <a:chOff x="0" y="0"/>
            <a:chExt cx="16789400" cy="8788400"/>
          </a:xfrm>
        </p:grpSpPr>
        <p:sp>
          <p:nvSpPr>
            <p:cNvPr name="Freeform 8" id="8"/>
            <p:cNvSpPr/>
            <p:nvPr/>
          </p:nvSpPr>
          <p:spPr>
            <a:xfrm flipH="false" flipV="false" rot="0">
              <a:off x="0" y="0"/>
              <a:ext cx="16789400" cy="8788400"/>
            </a:xfrm>
            <a:custGeom>
              <a:avLst/>
              <a:gdLst/>
              <a:ahLst/>
              <a:cxnLst/>
              <a:rect r="r" b="b" t="t" l="l"/>
              <a:pathLst>
                <a:path h="8788400" w="16789400">
                  <a:moveTo>
                    <a:pt x="0" y="0"/>
                  </a:moveTo>
                  <a:lnTo>
                    <a:pt x="16789400" y="0"/>
                  </a:lnTo>
                  <a:lnTo>
                    <a:pt x="16789400" y="8788400"/>
                  </a:lnTo>
                  <a:lnTo>
                    <a:pt x="0" y="8788400"/>
                  </a:lnTo>
                  <a:lnTo>
                    <a:pt x="0" y="0"/>
                  </a:lnTo>
                  <a:close/>
                </a:path>
              </a:pathLst>
            </a:custGeom>
            <a:blipFill>
              <a:blip r:embed="rId6"/>
              <a:stretch>
                <a:fillRect l="0" t="0" r="0" b="0"/>
              </a:stretch>
            </a:blipFill>
          </p:spPr>
        </p:sp>
      </p:grpSp>
      <p:grpSp>
        <p:nvGrpSpPr>
          <p:cNvPr name="Group 9" id="9"/>
          <p:cNvGrpSpPr/>
          <p:nvPr/>
        </p:nvGrpSpPr>
        <p:grpSpPr>
          <a:xfrm rot="0">
            <a:off x="4120020" y="6676187"/>
            <a:ext cx="19050" cy="702831"/>
            <a:chOff x="0" y="0"/>
            <a:chExt cx="19050" cy="702831"/>
          </a:xfrm>
        </p:grpSpPr>
        <p:sp>
          <p:nvSpPr>
            <p:cNvPr name="Freeform 10" id="10"/>
            <p:cNvSpPr/>
            <p:nvPr/>
          </p:nvSpPr>
          <p:spPr>
            <a:xfrm flipH="false" flipV="false" rot="0">
              <a:off x="0" y="0"/>
              <a:ext cx="19046" cy="702820"/>
            </a:xfrm>
            <a:custGeom>
              <a:avLst/>
              <a:gdLst/>
              <a:ahLst/>
              <a:cxnLst/>
              <a:rect r="r" b="b" t="t" l="l"/>
              <a:pathLst>
                <a:path h="702820" w="19046">
                  <a:moveTo>
                    <a:pt x="0" y="702820"/>
                  </a:moveTo>
                  <a:lnTo>
                    <a:pt x="19046" y="702820"/>
                  </a:lnTo>
                  <a:lnTo>
                    <a:pt x="19046" y="0"/>
                  </a:lnTo>
                  <a:lnTo>
                    <a:pt x="0" y="0"/>
                  </a:lnTo>
                  <a:close/>
                </a:path>
              </a:pathLst>
            </a:custGeom>
            <a:solidFill>
              <a:srgbClr val="000000">
                <a:alpha val="0"/>
              </a:srgbClr>
            </a:solidFill>
          </p:spPr>
        </p:sp>
      </p:grpSp>
      <p:sp>
        <p:nvSpPr>
          <p:cNvPr name="TextBox 11" id="11"/>
          <p:cNvSpPr txBox="true"/>
          <p:nvPr/>
        </p:nvSpPr>
        <p:spPr>
          <a:xfrm rot="0">
            <a:off x="671208" y="375447"/>
            <a:ext cx="13172923" cy="1485243"/>
          </a:xfrm>
          <a:prstGeom prst="rect">
            <a:avLst/>
          </a:prstGeom>
        </p:spPr>
        <p:txBody>
          <a:bodyPr anchor="t" rtlCol="false" tIns="0" lIns="0" bIns="0" rIns="0">
            <a:spAutoFit/>
          </a:bodyPr>
          <a:lstStyle/>
          <a:p>
            <a:pPr algn="l">
              <a:lnSpc>
                <a:spcPts val="11760"/>
              </a:lnSpc>
            </a:pPr>
            <a:r>
              <a:rPr lang="en-US" b="true" sz="8400">
                <a:solidFill>
                  <a:srgbClr val="ED7D31"/>
                </a:solidFill>
                <a:latin typeface="Canva Sans Bold"/>
                <a:ea typeface="Canva Sans Bold"/>
                <a:cs typeface="Canva Sans Bold"/>
                <a:sym typeface="Canva Sans Bold"/>
              </a:rPr>
              <a:t>Idea of Jobs Distribution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441647" y="4459529"/>
            <a:ext cx="9639300" cy="5505450"/>
            <a:chOff x="0" y="0"/>
            <a:chExt cx="12852400" cy="7340600"/>
          </a:xfrm>
        </p:grpSpPr>
        <p:sp>
          <p:nvSpPr>
            <p:cNvPr name="Freeform 5" id="5"/>
            <p:cNvSpPr/>
            <p:nvPr/>
          </p:nvSpPr>
          <p:spPr>
            <a:xfrm flipH="false" flipV="false" rot="0">
              <a:off x="0" y="0"/>
              <a:ext cx="12852400" cy="7340600"/>
            </a:xfrm>
            <a:custGeom>
              <a:avLst/>
              <a:gdLst/>
              <a:ahLst/>
              <a:cxnLst/>
              <a:rect r="r" b="b" t="t" l="l"/>
              <a:pathLst>
                <a:path h="7340600" w="12852400">
                  <a:moveTo>
                    <a:pt x="0" y="0"/>
                  </a:moveTo>
                  <a:lnTo>
                    <a:pt x="12852400" y="0"/>
                  </a:lnTo>
                  <a:lnTo>
                    <a:pt x="12852400" y="7340600"/>
                  </a:lnTo>
                  <a:lnTo>
                    <a:pt x="0" y="7340600"/>
                  </a:lnTo>
                  <a:lnTo>
                    <a:pt x="0" y="0"/>
                  </a:lnTo>
                  <a:close/>
                </a:path>
              </a:pathLst>
            </a:custGeom>
            <a:blipFill>
              <a:blip r:embed="rId3"/>
              <a:stretch>
                <a:fillRect l="0" t="0" r="0" b="0"/>
              </a:stretch>
            </a:blipFill>
          </p:spPr>
        </p:sp>
      </p:grpSp>
      <p:sp>
        <p:nvSpPr>
          <p:cNvPr name="TextBox 6" id="6"/>
          <p:cNvSpPr txBox="true"/>
          <p:nvPr/>
        </p:nvSpPr>
        <p:spPr>
          <a:xfrm rot="0">
            <a:off x="498624" y="418986"/>
            <a:ext cx="13618378" cy="1914525"/>
          </a:xfrm>
          <a:prstGeom prst="rect">
            <a:avLst/>
          </a:prstGeom>
        </p:spPr>
        <p:txBody>
          <a:bodyPr anchor="t" rtlCol="false" tIns="0" lIns="0" bIns="0" rIns="0">
            <a:spAutoFit/>
          </a:bodyPr>
          <a:lstStyle/>
          <a:p>
            <a:pPr algn="ctr">
              <a:lnSpc>
                <a:spcPts val="7200"/>
              </a:lnSpc>
            </a:pPr>
            <a:r>
              <a:rPr lang="en-US" b="true" sz="6000">
                <a:solidFill>
                  <a:srgbClr val="FF8D41"/>
                </a:solidFill>
                <a:latin typeface="Calibri (MS) Bold"/>
                <a:ea typeface="Calibri (MS) Bold"/>
                <a:cs typeface="Calibri (MS) Bold"/>
                <a:sym typeface="Calibri (MS) Bold"/>
              </a:rPr>
              <a:t>“Data Scientist, the sexiest job title for the 21st century” </a:t>
            </a:r>
          </a:p>
        </p:txBody>
      </p:sp>
      <p:sp>
        <p:nvSpPr>
          <p:cNvPr name="TextBox 7" id="7"/>
          <p:cNvSpPr txBox="true"/>
          <p:nvPr/>
        </p:nvSpPr>
        <p:spPr>
          <a:xfrm rot="0">
            <a:off x="650605" y="2258730"/>
            <a:ext cx="13633647" cy="1908839"/>
          </a:xfrm>
          <a:prstGeom prst="rect">
            <a:avLst/>
          </a:prstGeom>
        </p:spPr>
        <p:txBody>
          <a:bodyPr anchor="t" rtlCol="false" tIns="0" lIns="0" bIns="0" rIns="0">
            <a:spAutoFit/>
          </a:bodyPr>
          <a:lstStyle/>
          <a:p>
            <a:pPr algn="ctr">
              <a:lnSpc>
                <a:spcPts val="3675"/>
              </a:lnSpc>
            </a:pPr>
            <a:r>
              <a:rPr lang="en-US" b="true" sz="3091">
                <a:solidFill>
                  <a:srgbClr val="FFFFFF"/>
                </a:solidFill>
                <a:latin typeface="Calibri (MS) Bold"/>
                <a:ea typeface="Calibri (MS) Bold"/>
                <a:cs typeface="Calibri (MS) Bold"/>
                <a:sym typeface="Calibri (MS) Bold"/>
              </a:rPr>
              <a:t>Ifyou have everwitnessed a discussion on data science jobs and thejob roles, you have mostly heard the term ‘data scientist’. But is itthe only job profile associated with data science? No, there are many sub-roles that are driving industries of the world.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74208"/>
            <a:chOff x="0" y="0"/>
            <a:chExt cx="24384000" cy="13698944"/>
          </a:xfrm>
        </p:grpSpPr>
        <p:sp>
          <p:nvSpPr>
            <p:cNvPr name="Freeform 3" id="3" descr="ppt template design page copy"/>
            <p:cNvSpPr/>
            <p:nvPr/>
          </p:nvSpPr>
          <p:spPr>
            <a:xfrm flipH="false" flipV="false" rot="0">
              <a:off x="0" y="0"/>
              <a:ext cx="24384000" cy="13698982"/>
            </a:xfrm>
            <a:custGeom>
              <a:avLst/>
              <a:gdLst/>
              <a:ahLst/>
              <a:cxnLst/>
              <a:rect r="r" b="b" t="t" l="l"/>
              <a:pathLst>
                <a:path h="13698982" w="24384000">
                  <a:moveTo>
                    <a:pt x="0" y="0"/>
                  </a:moveTo>
                  <a:lnTo>
                    <a:pt x="24384000" y="0"/>
                  </a:lnTo>
                  <a:lnTo>
                    <a:pt x="24384000" y="13698982"/>
                  </a:lnTo>
                  <a:lnTo>
                    <a:pt x="0" y="13698982"/>
                  </a:lnTo>
                  <a:lnTo>
                    <a:pt x="0" y="0"/>
                  </a:lnTo>
                  <a:close/>
                </a:path>
              </a:pathLst>
            </a:custGeom>
            <a:blipFill>
              <a:blip r:embed="rId2"/>
              <a:stretch>
                <a:fillRect l="0" t="-124" r="0" b="0"/>
              </a:stretch>
            </a:blipFill>
          </p:spPr>
        </p:sp>
      </p:grpSp>
      <p:grpSp>
        <p:nvGrpSpPr>
          <p:cNvPr name="Group 4" id="4"/>
          <p:cNvGrpSpPr/>
          <p:nvPr/>
        </p:nvGrpSpPr>
        <p:grpSpPr>
          <a:xfrm rot="0">
            <a:off x="3867483" y="5130003"/>
            <a:ext cx="8010525" cy="4648200"/>
            <a:chOff x="0" y="0"/>
            <a:chExt cx="10680700" cy="6197600"/>
          </a:xfrm>
        </p:grpSpPr>
        <p:sp>
          <p:nvSpPr>
            <p:cNvPr name="Freeform 5" id="5"/>
            <p:cNvSpPr/>
            <p:nvPr/>
          </p:nvSpPr>
          <p:spPr>
            <a:xfrm flipH="false" flipV="false" rot="0">
              <a:off x="0" y="0"/>
              <a:ext cx="10680700" cy="6197600"/>
            </a:xfrm>
            <a:custGeom>
              <a:avLst/>
              <a:gdLst/>
              <a:ahLst/>
              <a:cxnLst/>
              <a:rect r="r" b="b" t="t" l="l"/>
              <a:pathLst>
                <a:path h="6197600" w="10680700">
                  <a:moveTo>
                    <a:pt x="0" y="0"/>
                  </a:moveTo>
                  <a:lnTo>
                    <a:pt x="10680700" y="0"/>
                  </a:lnTo>
                  <a:lnTo>
                    <a:pt x="10680700" y="6197600"/>
                  </a:lnTo>
                  <a:lnTo>
                    <a:pt x="0" y="6197600"/>
                  </a:lnTo>
                  <a:lnTo>
                    <a:pt x="0" y="0"/>
                  </a:lnTo>
                  <a:close/>
                </a:path>
              </a:pathLst>
            </a:custGeom>
            <a:blipFill>
              <a:blip r:embed="rId3"/>
              <a:stretch>
                <a:fillRect l="0" t="-7" r="0" b="-197"/>
              </a:stretch>
            </a:blipFill>
          </p:spPr>
        </p:sp>
      </p:grpSp>
      <p:grpSp>
        <p:nvGrpSpPr>
          <p:cNvPr name="Group 6" id="6"/>
          <p:cNvGrpSpPr/>
          <p:nvPr/>
        </p:nvGrpSpPr>
        <p:grpSpPr>
          <a:xfrm rot="0">
            <a:off x="3867483" y="4896183"/>
            <a:ext cx="8010525" cy="4886325"/>
            <a:chOff x="0" y="0"/>
            <a:chExt cx="10680700" cy="6515100"/>
          </a:xfrm>
        </p:grpSpPr>
        <p:sp>
          <p:nvSpPr>
            <p:cNvPr name="Freeform 7" id="7"/>
            <p:cNvSpPr/>
            <p:nvPr/>
          </p:nvSpPr>
          <p:spPr>
            <a:xfrm flipH="false" flipV="false" rot="0">
              <a:off x="0" y="0"/>
              <a:ext cx="10680700" cy="6515100"/>
            </a:xfrm>
            <a:custGeom>
              <a:avLst/>
              <a:gdLst/>
              <a:ahLst/>
              <a:cxnLst/>
              <a:rect r="r" b="b" t="t" l="l"/>
              <a:pathLst>
                <a:path h="6515100" w="10680700">
                  <a:moveTo>
                    <a:pt x="0" y="0"/>
                  </a:moveTo>
                  <a:lnTo>
                    <a:pt x="10680700" y="0"/>
                  </a:lnTo>
                  <a:lnTo>
                    <a:pt x="10680700" y="6515100"/>
                  </a:lnTo>
                  <a:lnTo>
                    <a:pt x="0" y="6515100"/>
                  </a:lnTo>
                  <a:lnTo>
                    <a:pt x="0" y="0"/>
                  </a:lnTo>
                  <a:close/>
                </a:path>
              </a:pathLst>
            </a:custGeom>
            <a:blipFill>
              <a:blip r:embed="rId4"/>
              <a:stretch>
                <a:fillRect l="0" t="-10300" r="0" b="-10362"/>
              </a:stretch>
            </a:blipFill>
          </p:spPr>
        </p:sp>
      </p:grpSp>
      <p:sp>
        <p:nvSpPr>
          <p:cNvPr name="TextBox 8" id="8"/>
          <p:cNvSpPr txBox="true"/>
          <p:nvPr/>
        </p:nvSpPr>
        <p:spPr>
          <a:xfrm rot="0">
            <a:off x="828723" y="294275"/>
            <a:ext cx="6289034" cy="1506855"/>
          </a:xfrm>
          <a:prstGeom prst="rect">
            <a:avLst/>
          </a:prstGeom>
        </p:spPr>
        <p:txBody>
          <a:bodyPr anchor="t" rtlCol="false" tIns="0" lIns="0" bIns="0" rIns="0">
            <a:spAutoFit/>
          </a:bodyPr>
          <a:lstStyle/>
          <a:p>
            <a:pPr algn="l">
              <a:lnSpc>
                <a:spcPts val="11340"/>
              </a:lnSpc>
            </a:pPr>
            <a:r>
              <a:rPr lang="en-US" b="true" sz="8100">
                <a:solidFill>
                  <a:srgbClr val="FFFFFF"/>
                </a:solidFill>
                <a:latin typeface="Calibri (MS) Bold"/>
                <a:ea typeface="Calibri (MS) Bold"/>
                <a:cs typeface="Calibri (MS) Bold"/>
                <a:sym typeface="Calibri (MS) Bold"/>
              </a:rPr>
              <a:t>D</a:t>
            </a:r>
            <a:r>
              <a:rPr lang="en-US" b="true" sz="8100">
                <a:solidFill>
                  <a:srgbClr val="ED7D31"/>
                </a:solidFill>
                <a:latin typeface="Calibri (MS) Bold"/>
                <a:ea typeface="Calibri (MS) Bold"/>
                <a:cs typeface="Calibri (MS) Bold"/>
                <a:sym typeface="Calibri (MS) Bold"/>
              </a:rPr>
              <a:t>ATA </a:t>
            </a:r>
            <a:r>
              <a:rPr lang="en-US" b="true" sz="8100">
                <a:solidFill>
                  <a:srgbClr val="FFFFFF"/>
                </a:solidFill>
                <a:latin typeface="Calibri (MS) Bold"/>
                <a:ea typeface="Calibri (MS) Bold"/>
                <a:cs typeface="Calibri (MS) Bold"/>
                <a:sym typeface="Calibri (MS) Bold"/>
              </a:rPr>
              <a:t>S</a:t>
            </a:r>
            <a:r>
              <a:rPr lang="en-US" b="true" sz="8100">
                <a:solidFill>
                  <a:srgbClr val="ED7D31"/>
                </a:solidFill>
                <a:latin typeface="Calibri (MS) Bold"/>
                <a:ea typeface="Calibri (MS) Bold"/>
                <a:cs typeface="Calibri (MS) Bold"/>
                <a:sym typeface="Calibri (MS) Bold"/>
              </a:rPr>
              <a:t>CIENCE</a:t>
            </a:r>
          </a:p>
        </p:txBody>
      </p:sp>
      <p:sp>
        <p:nvSpPr>
          <p:cNvPr name="TextBox 9" id="9"/>
          <p:cNvSpPr txBox="true"/>
          <p:nvPr/>
        </p:nvSpPr>
        <p:spPr>
          <a:xfrm rot="0">
            <a:off x="828723" y="1407785"/>
            <a:ext cx="745807" cy="1230630"/>
          </a:xfrm>
          <a:prstGeom prst="rect">
            <a:avLst/>
          </a:prstGeom>
        </p:spPr>
        <p:txBody>
          <a:bodyPr anchor="t" rtlCol="false" tIns="0" lIns="0" bIns="0" rIns="0">
            <a:spAutoFit/>
          </a:bodyPr>
          <a:lstStyle/>
          <a:p>
            <a:pPr algn="l">
              <a:lnSpc>
                <a:spcPts val="9240"/>
              </a:lnSpc>
            </a:pPr>
            <a:r>
              <a:rPr lang="en-US" b="true" sz="6600">
                <a:solidFill>
                  <a:srgbClr val="FFFFFF"/>
                </a:solidFill>
                <a:latin typeface="Calibri (MS) Bold"/>
                <a:ea typeface="Calibri (MS) Bold"/>
                <a:cs typeface="Calibri (MS) Bold"/>
                <a:sym typeface="Calibri (MS) Bold"/>
              </a:rPr>
              <a:t>AI</a:t>
            </a:r>
          </a:p>
        </p:txBody>
      </p:sp>
      <p:sp>
        <p:nvSpPr>
          <p:cNvPr name="TextBox 10" id="10"/>
          <p:cNvSpPr txBox="true"/>
          <p:nvPr/>
        </p:nvSpPr>
        <p:spPr>
          <a:xfrm rot="0">
            <a:off x="5156644" y="1541135"/>
            <a:ext cx="1108586" cy="1758467"/>
          </a:xfrm>
          <a:prstGeom prst="rect">
            <a:avLst/>
          </a:prstGeom>
        </p:spPr>
        <p:txBody>
          <a:bodyPr anchor="t" rtlCol="false" tIns="0" lIns="0" bIns="0" rIns="0">
            <a:spAutoFit/>
          </a:bodyPr>
          <a:lstStyle/>
          <a:p>
            <a:pPr algn="r">
              <a:lnSpc>
                <a:spcPts val="7853"/>
              </a:lnSpc>
            </a:pPr>
            <a:r>
              <a:rPr lang="en-US" b="true" sz="6600">
                <a:solidFill>
                  <a:srgbClr val="FFFFFF"/>
                </a:solidFill>
                <a:latin typeface="Calibri (MS) Bold"/>
                <a:ea typeface="Calibri (MS) Bold"/>
                <a:cs typeface="Calibri (MS) Bold"/>
                <a:sym typeface="Calibri (MS) Bold"/>
              </a:rPr>
              <a:t>ML</a:t>
            </a:r>
          </a:p>
          <a:p>
            <a:pPr algn="r">
              <a:lnSpc>
                <a:spcPts val="5712"/>
              </a:lnSpc>
            </a:pPr>
            <a:r>
              <a:rPr lang="en-US" b="true" sz="4800">
                <a:solidFill>
                  <a:srgbClr val="FFFFFF"/>
                </a:solidFill>
                <a:latin typeface="Calibri (MS) Bold"/>
                <a:ea typeface="Calibri (MS) Bold"/>
                <a:cs typeface="Calibri (MS) Bold"/>
                <a:sym typeface="Calibri (MS) Bold"/>
              </a:rPr>
              <a:t> </a:t>
            </a:r>
          </a:p>
        </p:txBody>
      </p:sp>
      <p:sp>
        <p:nvSpPr>
          <p:cNvPr name="TextBox 11" id="11"/>
          <p:cNvSpPr txBox="true"/>
          <p:nvPr/>
        </p:nvSpPr>
        <p:spPr>
          <a:xfrm rot="0">
            <a:off x="10413873" y="1541135"/>
            <a:ext cx="1331957" cy="2482367"/>
          </a:xfrm>
          <a:prstGeom prst="rect">
            <a:avLst/>
          </a:prstGeom>
        </p:spPr>
        <p:txBody>
          <a:bodyPr anchor="t" rtlCol="false" tIns="0" lIns="0" bIns="0" rIns="0">
            <a:spAutoFit/>
          </a:bodyPr>
          <a:lstStyle/>
          <a:p>
            <a:pPr algn="ctr">
              <a:lnSpc>
                <a:spcPts val="7840"/>
              </a:lnSpc>
            </a:pPr>
            <a:r>
              <a:rPr lang="en-US" b="true" sz="6600">
                <a:solidFill>
                  <a:srgbClr val="FFFFFF"/>
                </a:solidFill>
                <a:latin typeface="Calibri (MS) Bold"/>
                <a:ea typeface="Calibri (MS) Bold"/>
                <a:cs typeface="Calibri (MS) Bold"/>
                <a:sym typeface="Calibri (MS) Bold"/>
              </a:rPr>
              <a:t>DL</a:t>
            </a:r>
          </a:p>
          <a:p>
            <a:pPr algn="ctr">
              <a:lnSpc>
                <a:spcPts val="5702"/>
              </a:lnSpc>
            </a:pPr>
            <a:r>
              <a:rPr lang="en-US" b="true" sz="4800">
                <a:solidFill>
                  <a:srgbClr val="FFFFFF"/>
                </a:solidFill>
                <a:latin typeface="Calibri (MS) Bold"/>
                <a:ea typeface="Calibri (MS) Bold"/>
                <a:cs typeface="Calibri (MS) Bold"/>
                <a:sym typeface="Calibri (MS) Bold"/>
              </a:rPr>
              <a:t>2000 IGOR</a:t>
            </a:r>
          </a:p>
        </p:txBody>
      </p:sp>
      <p:sp>
        <p:nvSpPr>
          <p:cNvPr name="TextBox 12" id="12"/>
          <p:cNvSpPr txBox="true"/>
          <p:nvPr/>
        </p:nvSpPr>
        <p:spPr>
          <a:xfrm rot="0">
            <a:off x="630003" y="2495693"/>
            <a:ext cx="1427597" cy="1510665"/>
          </a:xfrm>
          <a:prstGeom prst="rect">
            <a:avLst/>
          </a:prstGeom>
        </p:spPr>
        <p:txBody>
          <a:bodyPr anchor="t" rtlCol="false" tIns="0" lIns="0" bIns="0" rIns="0">
            <a:spAutoFit/>
          </a:bodyPr>
          <a:lstStyle/>
          <a:p>
            <a:pPr algn="l">
              <a:lnSpc>
                <a:spcPts val="5702"/>
              </a:lnSpc>
            </a:pPr>
            <a:r>
              <a:rPr lang="en-US" b="true" sz="4800">
                <a:solidFill>
                  <a:srgbClr val="FFFFFF"/>
                </a:solidFill>
                <a:latin typeface="Calibri (MS) Bold"/>
                <a:ea typeface="Calibri (MS) Bold"/>
                <a:cs typeface="Calibri (MS) Bold"/>
                <a:sym typeface="Calibri (MS) Bold"/>
              </a:rPr>
              <a:t>1956 JOHN</a:t>
            </a:r>
          </a:p>
        </p:txBody>
      </p:sp>
      <p:sp>
        <p:nvSpPr>
          <p:cNvPr name="TextBox 13" id="13"/>
          <p:cNvSpPr txBox="true"/>
          <p:nvPr/>
        </p:nvSpPr>
        <p:spPr>
          <a:xfrm rot="0">
            <a:off x="4868475" y="2495693"/>
            <a:ext cx="2181977" cy="1510665"/>
          </a:xfrm>
          <a:prstGeom prst="rect">
            <a:avLst/>
          </a:prstGeom>
        </p:spPr>
        <p:txBody>
          <a:bodyPr anchor="t" rtlCol="false" tIns="0" lIns="0" bIns="0" rIns="0">
            <a:spAutoFit/>
          </a:bodyPr>
          <a:lstStyle/>
          <a:p>
            <a:pPr algn="l">
              <a:lnSpc>
                <a:spcPts val="5702"/>
              </a:lnSpc>
            </a:pPr>
            <a:r>
              <a:rPr lang="en-US" b="true" sz="4800">
                <a:solidFill>
                  <a:srgbClr val="FFFFFF"/>
                </a:solidFill>
                <a:latin typeface="Calibri (MS) Bold"/>
                <a:ea typeface="Calibri (MS) Bold"/>
                <a:cs typeface="Calibri (MS) Bold"/>
                <a:sym typeface="Calibri (MS) Bold"/>
              </a:rPr>
              <a:t>1959 ARTHUR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9499" y="0"/>
            <a:ext cx="18258501" cy="10285819"/>
            <a:chOff x="0" y="0"/>
            <a:chExt cx="24344668" cy="13714425"/>
          </a:xfrm>
        </p:grpSpPr>
        <p:sp>
          <p:nvSpPr>
            <p:cNvPr name="Freeform 5" id="5" descr="ppt template design page copy"/>
            <p:cNvSpPr/>
            <p:nvPr/>
          </p:nvSpPr>
          <p:spPr>
            <a:xfrm flipH="false" flipV="false" rot="0">
              <a:off x="0" y="0"/>
              <a:ext cx="24344630" cy="13714476"/>
            </a:xfrm>
            <a:custGeom>
              <a:avLst/>
              <a:gdLst/>
              <a:ahLst/>
              <a:cxnLst/>
              <a:rect r="r" b="b" t="t" l="l"/>
              <a:pathLst>
                <a:path h="13714476" w="24344630">
                  <a:moveTo>
                    <a:pt x="0" y="0"/>
                  </a:moveTo>
                  <a:lnTo>
                    <a:pt x="24344630" y="0"/>
                  </a:lnTo>
                  <a:lnTo>
                    <a:pt x="24344630" y="13714476"/>
                  </a:lnTo>
                  <a:lnTo>
                    <a:pt x="0" y="13714476"/>
                  </a:lnTo>
                  <a:lnTo>
                    <a:pt x="0" y="0"/>
                  </a:lnTo>
                  <a:close/>
                </a:path>
              </a:pathLst>
            </a:custGeom>
            <a:blipFill>
              <a:blip r:embed="rId2"/>
              <a:stretch>
                <a:fillRect l="0" t="-11" r="-161" b="0"/>
              </a:stretch>
            </a:blipFill>
          </p:spPr>
        </p:sp>
      </p:grpSp>
      <p:grpSp>
        <p:nvGrpSpPr>
          <p:cNvPr name="Group 6" id="6"/>
          <p:cNvGrpSpPr/>
          <p:nvPr/>
        </p:nvGrpSpPr>
        <p:grpSpPr>
          <a:xfrm rot="0">
            <a:off x="6221216" y="6243285"/>
            <a:ext cx="2952750" cy="2981325"/>
            <a:chOff x="0" y="0"/>
            <a:chExt cx="3937000" cy="3975100"/>
          </a:xfrm>
        </p:grpSpPr>
        <p:sp>
          <p:nvSpPr>
            <p:cNvPr name="Freeform 7" id="7"/>
            <p:cNvSpPr/>
            <p:nvPr/>
          </p:nvSpPr>
          <p:spPr>
            <a:xfrm flipH="false" flipV="false" rot="0">
              <a:off x="0" y="0"/>
              <a:ext cx="3937000" cy="3975100"/>
            </a:xfrm>
            <a:custGeom>
              <a:avLst/>
              <a:gdLst/>
              <a:ahLst/>
              <a:cxnLst/>
              <a:rect r="r" b="b" t="t" l="l"/>
              <a:pathLst>
                <a:path h="3975100" w="3937000">
                  <a:moveTo>
                    <a:pt x="0" y="0"/>
                  </a:moveTo>
                  <a:lnTo>
                    <a:pt x="3937000" y="0"/>
                  </a:lnTo>
                  <a:lnTo>
                    <a:pt x="3937000" y="3975100"/>
                  </a:lnTo>
                  <a:lnTo>
                    <a:pt x="0" y="3975100"/>
                  </a:lnTo>
                  <a:lnTo>
                    <a:pt x="0" y="0"/>
                  </a:lnTo>
                  <a:close/>
                </a:path>
              </a:pathLst>
            </a:custGeom>
            <a:blipFill>
              <a:blip r:embed="rId3"/>
              <a:stretch>
                <a:fillRect l="0" t="0" r="0" b="0"/>
              </a:stretch>
            </a:blipFill>
          </p:spPr>
        </p:sp>
      </p:grpSp>
      <p:sp>
        <p:nvSpPr>
          <p:cNvPr name="TextBox 8" id="8"/>
          <p:cNvSpPr txBox="true"/>
          <p:nvPr/>
        </p:nvSpPr>
        <p:spPr>
          <a:xfrm rot="0">
            <a:off x="624602" y="2089290"/>
            <a:ext cx="12822793" cy="724291"/>
          </a:xfrm>
          <a:prstGeom prst="rect">
            <a:avLst/>
          </a:prstGeom>
        </p:spPr>
        <p:txBody>
          <a:bodyPr anchor="t" rtlCol="false" tIns="0" lIns="0" bIns="0" rIns="0">
            <a:spAutoFit/>
          </a:bodyPr>
          <a:lstStyle/>
          <a:p>
            <a:pPr algn="l">
              <a:lnSpc>
                <a:spcPts val="5880"/>
              </a:lnSpc>
            </a:pPr>
            <a:r>
              <a:rPr lang="en-US" sz="4200">
                <a:solidFill>
                  <a:srgbClr val="FFFFFF"/>
                </a:solidFill>
                <a:latin typeface="Arial"/>
                <a:ea typeface="Arial"/>
                <a:cs typeface="Arial"/>
                <a:sym typeface="Arial"/>
              </a:rPr>
              <a:t>Machine learning is the subset of artificial intelligence</a:t>
            </a:r>
          </a:p>
        </p:txBody>
      </p:sp>
      <p:sp>
        <p:nvSpPr>
          <p:cNvPr name="TextBox 9" id="9"/>
          <p:cNvSpPr txBox="true"/>
          <p:nvPr/>
        </p:nvSpPr>
        <p:spPr>
          <a:xfrm rot="0">
            <a:off x="624602" y="2660790"/>
            <a:ext cx="13790047" cy="724291"/>
          </a:xfrm>
          <a:prstGeom prst="rect">
            <a:avLst/>
          </a:prstGeom>
        </p:spPr>
        <p:txBody>
          <a:bodyPr anchor="t" rtlCol="false" tIns="0" lIns="0" bIns="0" rIns="0">
            <a:spAutoFit/>
          </a:bodyPr>
          <a:lstStyle/>
          <a:p>
            <a:pPr algn="l">
              <a:lnSpc>
                <a:spcPts val="5880"/>
              </a:lnSpc>
            </a:pPr>
            <a:r>
              <a:rPr lang="en-US" sz="4200">
                <a:solidFill>
                  <a:srgbClr val="FFFFFF"/>
                </a:solidFill>
                <a:latin typeface="Arial"/>
                <a:ea typeface="Arial"/>
                <a:cs typeface="Arial"/>
                <a:sym typeface="Arial"/>
              </a:rPr>
              <a:t>(AI) focused on algorithms that can “learn” the patterns of</a:t>
            </a:r>
          </a:p>
        </p:txBody>
      </p:sp>
      <p:sp>
        <p:nvSpPr>
          <p:cNvPr name="TextBox 10" id="10"/>
          <p:cNvSpPr txBox="true"/>
          <p:nvPr/>
        </p:nvSpPr>
        <p:spPr>
          <a:xfrm rot="0">
            <a:off x="624602" y="3232290"/>
            <a:ext cx="9194692" cy="724291"/>
          </a:xfrm>
          <a:prstGeom prst="rect">
            <a:avLst/>
          </a:prstGeom>
        </p:spPr>
        <p:txBody>
          <a:bodyPr anchor="t" rtlCol="false" tIns="0" lIns="0" bIns="0" rIns="0">
            <a:spAutoFit/>
          </a:bodyPr>
          <a:lstStyle/>
          <a:p>
            <a:pPr algn="l">
              <a:lnSpc>
                <a:spcPts val="5880"/>
              </a:lnSpc>
            </a:pPr>
            <a:r>
              <a:rPr lang="en-US" sz="4200">
                <a:solidFill>
                  <a:srgbClr val="FFFFFF"/>
                </a:solidFill>
                <a:latin typeface="Arial"/>
                <a:ea typeface="Arial"/>
                <a:cs typeface="Arial"/>
                <a:sym typeface="Arial"/>
              </a:rPr>
              <a:t>training data and, subsequently, make</a:t>
            </a:r>
          </a:p>
        </p:txBody>
      </p:sp>
      <p:sp>
        <p:nvSpPr>
          <p:cNvPr name="TextBox 11" id="11"/>
          <p:cNvSpPr txBox="true"/>
          <p:nvPr/>
        </p:nvSpPr>
        <p:spPr>
          <a:xfrm rot="0">
            <a:off x="624602" y="3803790"/>
            <a:ext cx="11795265" cy="724291"/>
          </a:xfrm>
          <a:prstGeom prst="rect">
            <a:avLst/>
          </a:prstGeom>
        </p:spPr>
        <p:txBody>
          <a:bodyPr anchor="t" rtlCol="false" tIns="0" lIns="0" bIns="0" rIns="0">
            <a:spAutoFit/>
          </a:bodyPr>
          <a:lstStyle/>
          <a:p>
            <a:pPr algn="l">
              <a:lnSpc>
                <a:spcPts val="5880"/>
              </a:lnSpc>
            </a:pPr>
            <a:r>
              <a:rPr lang="en-US" sz="4200">
                <a:solidFill>
                  <a:srgbClr val="FFFFFF"/>
                </a:solidFill>
                <a:latin typeface="Arial"/>
                <a:ea typeface="Arial"/>
                <a:cs typeface="Arial"/>
                <a:sym typeface="Arial"/>
              </a:rPr>
              <a:t>accurate </a:t>
            </a:r>
            <a:r>
              <a:rPr lang="en-US" sz="4200" i="true">
                <a:solidFill>
                  <a:srgbClr val="FFFFFF"/>
                </a:solidFill>
                <a:latin typeface="Arial Italics"/>
                <a:ea typeface="Arial Italics"/>
                <a:cs typeface="Arial Italics"/>
                <a:sym typeface="Arial Italics"/>
              </a:rPr>
              <a:t>inferences</a:t>
            </a:r>
            <a:r>
              <a:rPr lang="en-US" sz="4200">
                <a:solidFill>
                  <a:srgbClr val="FFFFFF"/>
                </a:solidFill>
                <a:latin typeface="Arial"/>
                <a:ea typeface="Arial"/>
                <a:cs typeface="Arial"/>
                <a:sym typeface="Arial"/>
              </a:rPr>
              <a:t> about new data. This pattern</a:t>
            </a:r>
          </a:p>
        </p:txBody>
      </p:sp>
      <p:sp>
        <p:nvSpPr>
          <p:cNvPr name="TextBox 12" id="12"/>
          <p:cNvSpPr txBox="true"/>
          <p:nvPr/>
        </p:nvSpPr>
        <p:spPr>
          <a:xfrm rot="0">
            <a:off x="624602" y="4375290"/>
            <a:ext cx="13065338" cy="724291"/>
          </a:xfrm>
          <a:prstGeom prst="rect">
            <a:avLst/>
          </a:prstGeom>
        </p:spPr>
        <p:txBody>
          <a:bodyPr anchor="t" rtlCol="false" tIns="0" lIns="0" bIns="0" rIns="0">
            <a:spAutoFit/>
          </a:bodyPr>
          <a:lstStyle/>
          <a:p>
            <a:pPr algn="l">
              <a:lnSpc>
                <a:spcPts val="5880"/>
              </a:lnSpc>
            </a:pPr>
            <a:r>
              <a:rPr lang="en-US" sz="4200">
                <a:solidFill>
                  <a:srgbClr val="FFFFFF"/>
                </a:solidFill>
                <a:latin typeface="Arial"/>
                <a:ea typeface="Arial"/>
                <a:cs typeface="Arial"/>
                <a:sym typeface="Arial"/>
              </a:rPr>
              <a:t>recognition ability enables machine learning models to</a:t>
            </a:r>
          </a:p>
        </p:txBody>
      </p:sp>
      <p:sp>
        <p:nvSpPr>
          <p:cNvPr name="TextBox 13" id="13"/>
          <p:cNvSpPr txBox="true"/>
          <p:nvPr/>
        </p:nvSpPr>
        <p:spPr>
          <a:xfrm rot="0">
            <a:off x="624602" y="4946790"/>
            <a:ext cx="12428553" cy="724291"/>
          </a:xfrm>
          <a:prstGeom prst="rect">
            <a:avLst/>
          </a:prstGeom>
        </p:spPr>
        <p:txBody>
          <a:bodyPr anchor="t" rtlCol="false" tIns="0" lIns="0" bIns="0" rIns="0">
            <a:spAutoFit/>
          </a:bodyPr>
          <a:lstStyle/>
          <a:p>
            <a:pPr algn="l">
              <a:lnSpc>
                <a:spcPts val="5880"/>
              </a:lnSpc>
            </a:pPr>
            <a:r>
              <a:rPr lang="en-US" sz="4200">
                <a:solidFill>
                  <a:srgbClr val="FFFFFF"/>
                </a:solidFill>
                <a:latin typeface="Arial"/>
                <a:ea typeface="Arial"/>
                <a:cs typeface="Arial"/>
                <a:sym typeface="Arial"/>
              </a:rPr>
              <a:t>make decisions or predictions without explicit, hard-</a:t>
            </a:r>
          </a:p>
        </p:txBody>
      </p:sp>
      <p:sp>
        <p:nvSpPr>
          <p:cNvPr name="TextBox 14" id="14"/>
          <p:cNvSpPr txBox="true"/>
          <p:nvPr/>
        </p:nvSpPr>
        <p:spPr>
          <a:xfrm rot="0">
            <a:off x="624602" y="5518290"/>
            <a:ext cx="4536376" cy="724291"/>
          </a:xfrm>
          <a:prstGeom prst="rect">
            <a:avLst/>
          </a:prstGeom>
        </p:spPr>
        <p:txBody>
          <a:bodyPr anchor="t" rtlCol="false" tIns="0" lIns="0" bIns="0" rIns="0">
            <a:spAutoFit/>
          </a:bodyPr>
          <a:lstStyle/>
          <a:p>
            <a:pPr algn="l">
              <a:lnSpc>
                <a:spcPts val="5880"/>
              </a:lnSpc>
            </a:pPr>
            <a:r>
              <a:rPr lang="en-US" sz="4200">
                <a:solidFill>
                  <a:srgbClr val="FFFFFF"/>
                </a:solidFill>
                <a:latin typeface="Arial"/>
                <a:ea typeface="Arial"/>
                <a:cs typeface="Arial"/>
                <a:sym typeface="Arial"/>
              </a:rPr>
              <a:t>coded instructions.</a:t>
            </a:r>
          </a:p>
        </p:txBody>
      </p:sp>
      <p:sp>
        <p:nvSpPr>
          <p:cNvPr name="TextBox 15" id="15"/>
          <p:cNvSpPr txBox="true"/>
          <p:nvPr/>
        </p:nvSpPr>
        <p:spPr>
          <a:xfrm rot="0">
            <a:off x="556555" y="266729"/>
            <a:ext cx="8999944"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MACHINE LEARNING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2238746" y="1397984"/>
            <a:ext cx="8610600" cy="8543925"/>
            <a:chOff x="0" y="0"/>
            <a:chExt cx="11480800" cy="11391900"/>
          </a:xfrm>
        </p:grpSpPr>
        <p:sp>
          <p:nvSpPr>
            <p:cNvPr name="Freeform 5" id="5"/>
            <p:cNvSpPr/>
            <p:nvPr/>
          </p:nvSpPr>
          <p:spPr>
            <a:xfrm flipH="false" flipV="false" rot="0">
              <a:off x="0" y="0"/>
              <a:ext cx="11480800" cy="11391900"/>
            </a:xfrm>
            <a:custGeom>
              <a:avLst/>
              <a:gdLst/>
              <a:ahLst/>
              <a:cxnLst/>
              <a:rect r="r" b="b" t="t" l="l"/>
              <a:pathLst>
                <a:path h="11391900" w="11480800">
                  <a:moveTo>
                    <a:pt x="0" y="0"/>
                  </a:moveTo>
                  <a:lnTo>
                    <a:pt x="11480800" y="0"/>
                  </a:lnTo>
                  <a:lnTo>
                    <a:pt x="11480800" y="11391900"/>
                  </a:lnTo>
                  <a:lnTo>
                    <a:pt x="0" y="11391900"/>
                  </a:lnTo>
                  <a:lnTo>
                    <a:pt x="0" y="0"/>
                  </a:lnTo>
                  <a:close/>
                </a:path>
              </a:pathLst>
            </a:custGeom>
            <a:blipFill>
              <a:blip r:embed="rId3"/>
              <a:stretch>
                <a:fillRect l="0" t="-3473" r="0" b="-3438"/>
              </a:stretch>
            </a:blipFill>
          </p:spPr>
        </p:sp>
      </p:grpSp>
      <p:sp>
        <p:nvSpPr>
          <p:cNvPr name="TextBox 6" id="6"/>
          <p:cNvSpPr txBox="true"/>
          <p:nvPr/>
        </p:nvSpPr>
        <p:spPr>
          <a:xfrm rot="0">
            <a:off x="678952" y="307581"/>
            <a:ext cx="5513003" cy="914410"/>
          </a:xfrm>
          <a:prstGeom prst="rect">
            <a:avLst/>
          </a:prstGeom>
        </p:spPr>
        <p:txBody>
          <a:bodyPr anchor="t" rtlCol="false" tIns="0" lIns="0" bIns="0" rIns="0">
            <a:spAutoFit/>
          </a:bodyPr>
          <a:lstStyle/>
          <a:p>
            <a:pPr algn="l">
              <a:lnSpc>
                <a:spcPts val="7279"/>
              </a:lnSpc>
            </a:pPr>
            <a:r>
              <a:rPr lang="en-US" b="true" sz="5199">
                <a:solidFill>
                  <a:srgbClr val="ED7D31"/>
                </a:solidFill>
                <a:latin typeface="Canva Sans Bold"/>
                <a:ea typeface="Canva Sans Bold"/>
                <a:cs typeface="Canva Sans Bold"/>
                <a:sym typeface="Canva Sans Bold"/>
              </a:rPr>
              <a:t>Examples of ML</a:t>
            </a:r>
            <a:r>
              <a:rPr lang="en-US" b="true" sz="5199">
                <a:solidFill>
                  <a:srgbClr val="000000"/>
                </a:solidFill>
                <a:latin typeface="Canva Sans Bold"/>
                <a:ea typeface="Canva Sans Bold"/>
                <a:cs typeface="Canva Sans Bold"/>
                <a:sym typeface="Canva Sans Bold"/>
              </a:rPr>
              <a: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8181"/>
            <a:chOff x="0" y="0"/>
            <a:chExt cx="24384000" cy="13717575"/>
          </a:xfrm>
        </p:grpSpPr>
        <p:sp>
          <p:nvSpPr>
            <p:cNvPr name="Freeform 3" id="3"/>
            <p:cNvSpPr/>
            <p:nvPr/>
          </p:nvSpPr>
          <p:spPr>
            <a:xfrm flipH="false" flipV="false" rot="0">
              <a:off x="0" y="0"/>
              <a:ext cx="24384000" cy="13717524"/>
            </a:xfrm>
            <a:custGeom>
              <a:avLst/>
              <a:gdLst/>
              <a:ahLst/>
              <a:cxnLst/>
              <a:rect r="r" b="b" t="t" l="l"/>
              <a:pathLst>
                <a:path h="13717524" w="24384000">
                  <a:moveTo>
                    <a:pt x="0" y="0"/>
                  </a:moveTo>
                  <a:lnTo>
                    <a:pt x="24384000" y="0"/>
                  </a:lnTo>
                  <a:lnTo>
                    <a:pt x="24384000" y="13717524"/>
                  </a:lnTo>
                  <a:lnTo>
                    <a:pt x="0" y="13717524"/>
                  </a:lnTo>
                  <a:lnTo>
                    <a:pt x="0" y="0"/>
                  </a:lnTo>
                  <a:close/>
                </a:path>
              </a:pathLst>
            </a:custGeom>
            <a:blipFill>
              <a:blip r:embed="rId2"/>
              <a:stretch>
                <a:fillRect l="0" t="0" r="0" b="0"/>
              </a:stretch>
            </a:blipFill>
          </p:spPr>
        </p:sp>
      </p:grpSp>
      <p:grpSp>
        <p:nvGrpSpPr>
          <p:cNvPr name="Group 4" id="4"/>
          <p:cNvGrpSpPr/>
          <p:nvPr/>
        </p:nvGrpSpPr>
        <p:grpSpPr>
          <a:xfrm rot="0">
            <a:off x="1520638" y="3486245"/>
            <a:ext cx="10487025" cy="6248400"/>
            <a:chOff x="0" y="0"/>
            <a:chExt cx="13982700" cy="8331200"/>
          </a:xfrm>
        </p:grpSpPr>
        <p:sp>
          <p:nvSpPr>
            <p:cNvPr name="Freeform 5" id="5"/>
            <p:cNvSpPr/>
            <p:nvPr/>
          </p:nvSpPr>
          <p:spPr>
            <a:xfrm flipH="false" flipV="false" rot="0">
              <a:off x="0" y="0"/>
              <a:ext cx="13982700" cy="8331200"/>
            </a:xfrm>
            <a:custGeom>
              <a:avLst/>
              <a:gdLst/>
              <a:ahLst/>
              <a:cxnLst/>
              <a:rect r="r" b="b" t="t" l="l"/>
              <a:pathLst>
                <a:path h="8331200" w="13982700">
                  <a:moveTo>
                    <a:pt x="0" y="0"/>
                  </a:moveTo>
                  <a:lnTo>
                    <a:pt x="13982700" y="0"/>
                  </a:lnTo>
                  <a:lnTo>
                    <a:pt x="13982700" y="8331200"/>
                  </a:lnTo>
                  <a:lnTo>
                    <a:pt x="0" y="8331200"/>
                  </a:lnTo>
                  <a:lnTo>
                    <a:pt x="0" y="0"/>
                  </a:lnTo>
                  <a:close/>
                </a:path>
              </a:pathLst>
            </a:custGeom>
            <a:blipFill>
              <a:blip r:embed="rId3"/>
              <a:stretch>
                <a:fillRect l="0" t="-340" r="0" b="-268"/>
              </a:stretch>
            </a:blipFill>
          </p:spPr>
        </p:sp>
      </p:grpSp>
      <p:grpSp>
        <p:nvGrpSpPr>
          <p:cNvPr name="Group 6" id="6"/>
          <p:cNvGrpSpPr/>
          <p:nvPr/>
        </p:nvGrpSpPr>
        <p:grpSpPr>
          <a:xfrm rot="0">
            <a:off x="556555" y="2428970"/>
            <a:ext cx="1625794" cy="38100"/>
            <a:chOff x="0" y="0"/>
            <a:chExt cx="1625803" cy="38100"/>
          </a:xfrm>
        </p:grpSpPr>
        <p:sp>
          <p:nvSpPr>
            <p:cNvPr name="Freeform 7" id="7"/>
            <p:cNvSpPr/>
            <p:nvPr/>
          </p:nvSpPr>
          <p:spPr>
            <a:xfrm flipH="false" flipV="false" rot="0">
              <a:off x="0" y="0"/>
              <a:ext cx="1625859" cy="38100"/>
            </a:xfrm>
            <a:custGeom>
              <a:avLst/>
              <a:gdLst/>
              <a:ahLst/>
              <a:cxnLst/>
              <a:rect r="r" b="b" t="t" l="l"/>
              <a:pathLst>
                <a:path h="38100" w="1625859">
                  <a:moveTo>
                    <a:pt x="0" y="0"/>
                  </a:moveTo>
                  <a:lnTo>
                    <a:pt x="1625859" y="0"/>
                  </a:lnTo>
                  <a:lnTo>
                    <a:pt x="1625859" y="38100"/>
                  </a:lnTo>
                  <a:lnTo>
                    <a:pt x="0" y="38100"/>
                  </a:lnTo>
                  <a:close/>
                </a:path>
              </a:pathLst>
            </a:custGeom>
            <a:solidFill>
              <a:srgbClr val="FFFFFF"/>
            </a:solidFill>
          </p:spPr>
        </p:sp>
      </p:grpSp>
      <p:grpSp>
        <p:nvGrpSpPr>
          <p:cNvPr name="Group 8" id="8"/>
          <p:cNvGrpSpPr/>
          <p:nvPr/>
        </p:nvGrpSpPr>
        <p:grpSpPr>
          <a:xfrm rot="0">
            <a:off x="5706161" y="1943195"/>
            <a:ext cx="3094282" cy="38100"/>
            <a:chOff x="0" y="0"/>
            <a:chExt cx="3094292" cy="38100"/>
          </a:xfrm>
        </p:grpSpPr>
        <p:sp>
          <p:nvSpPr>
            <p:cNvPr name="Freeform 9" id="9"/>
            <p:cNvSpPr/>
            <p:nvPr/>
          </p:nvSpPr>
          <p:spPr>
            <a:xfrm flipH="false" flipV="false" rot="0">
              <a:off x="0" y="0"/>
              <a:ext cx="2847091" cy="38100"/>
            </a:xfrm>
            <a:custGeom>
              <a:avLst/>
              <a:gdLst/>
              <a:ahLst/>
              <a:cxnLst/>
              <a:rect r="r" b="b" t="t" l="l"/>
              <a:pathLst>
                <a:path h="38100" w="2847091">
                  <a:moveTo>
                    <a:pt x="0" y="0"/>
                  </a:moveTo>
                  <a:lnTo>
                    <a:pt x="0" y="38100"/>
                  </a:lnTo>
                  <a:lnTo>
                    <a:pt x="2847091" y="38100"/>
                  </a:lnTo>
                  <a:lnTo>
                    <a:pt x="2847091" y="0"/>
                  </a:lnTo>
                  <a:close/>
                </a:path>
              </a:pathLst>
            </a:custGeom>
            <a:solidFill>
              <a:srgbClr val="FFFFFF"/>
            </a:solidFill>
          </p:spPr>
        </p:sp>
      </p:grpSp>
      <p:grpSp>
        <p:nvGrpSpPr>
          <p:cNvPr name="Group 10" id="10"/>
          <p:cNvGrpSpPr/>
          <p:nvPr/>
        </p:nvGrpSpPr>
        <p:grpSpPr>
          <a:xfrm rot="0">
            <a:off x="12978194" y="1943195"/>
            <a:ext cx="1129455" cy="38100"/>
            <a:chOff x="0" y="0"/>
            <a:chExt cx="1129462" cy="38100"/>
          </a:xfrm>
        </p:grpSpPr>
        <p:sp>
          <p:nvSpPr>
            <p:cNvPr name="Freeform 11" id="11"/>
            <p:cNvSpPr/>
            <p:nvPr/>
          </p:nvSpPr>
          <p:spPr>
            <a:xfrm flipH="false" flipV="false" rot="0">
              <a:off x="0" y="0"/>
              <a:ext cx="1129416" cy="38100"/>
            </a:xfrm>
            <a:custGeom>
              <a:avLst/>
              <a:gdLst/>
              <a:ahLst/>
              <a:cxnLst/>
              <a:rect r="r" b="b" t="t" l="l"/>
              <a:pathLst>
                <a:path h="38100" w="1129416">
                  <a:moveTo>
                    <a:pt x="0" y="0"/>
                  </a:moveTo>
                  <a:lnTo>
                    <a:pt x="1129416" y="0"/>
                  </a:lnTo>
                  <a:lnTo>
                    <a:pt x="1129416" y="38100"/>
                  </a:lnTo>
                  <a:lnTo>
                    <a:pt x="0" y="38100"/>
                  </a:lnTo>
                  <a:close/>
                </a:path>
              </a:pathLst>
            </a:custGeom>
            <a:solidFill>
              <a:srgbClr val="FFFFFF"/>
            </a:solidFill>
          </p:spPr>
        </p:sp>
      </p:grpSp>
      <p:sp>
        <p:nvSpPr>
          <p:cNvPr name="TextBox 12" id="12"/>
          <p:cNvSpPr txBox="true"/>
          <p:nvPr/>
        </p:nvSpPr>
        <p:spPr>
          <a:xfrm rot="0">
            <a:off x="556555" y="60455"/>
            <a:ext cx="6991121"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DEEP LEAR</a:t>
            </a:r>
            <a:r>
              <a:rPr lang="en-US" b="true" sz="8100">
                <a:solidFill>
                  <a:srgbClr val="ED7D31"/>
                </a:solidFill>
                <a:latin typeface="Calibri (MS) Bold"/>
                <a:ea typeface="Calibri (MS) Bold"/>
                <a:cs typeface="Calibri (MS) Bold"/>
                <a:sym typeface="Calibri (MS) Bold"/>
                <a:hlinkClick r:id="rId4" tooltip="https://www.ibm.com/think/topics/machine-learning"/>
              </a:rPr>
              <a:t>NING</a:t>
            </a:r>
          </a:p>
        </p:txBody>
      </p:sp>
      <p:sp>
        <p:nvSpPr>
          <p:cNvPr name="TextBox 13" id="13"/>
          <p:cNvSpPr txBox="true"/>
          <p:nvPr/>
        </p:nvSpPr>
        <p:spPr>
          <a:xfrm rot="0">
            <a:off x="1527867" y="1494263"/>
            <a:ext cx="115148" cy="564918"/>
          </a:xfrm>
          <a:prstGeom prst="rect">
            <a:avLst/>
          </a:prstGeom>
        </p:spPr>
        <p:txBody>
          <a:bodyPr anchor="t" rtlCol="false" tIns="0" lIns="0" bIns="0" rIns="0">
            <a:spAutoFit/>
          </a:bodyPr>
          <a:lstStyle/>
          <a:p>
            <a:pPr algn="l">
              <a:lnSpc>
                <a:spcPts val="4479"/>
              </a:lnSpc>
            </a:pPr>
            <a:r>
              <a:rPr lang="en-US" sz="3199">
                <a:solidFill>
                  <a:srgbClr val="FFFFFF"/>
                </a:solidFill>
                <a:latin typeface="Arial"/>
                <a:ea typeface="Arial"/>
                <a:cs typeface="Arial"/>
                <a:sym typeface="Arial"/>
                <a:hlinkClick r:id="rId5" tooltip="https://www.ibm.com/think/topics/neural-networks"/>
              </a:rPr>
              <a:t> </a:t>
            </a:r>
          </a:p>
        </p:txBody>
      </p:sp>
      <p:sp>
        <p:nvSpPr>
          <p:cNvPr name="TextBox 14" id="14"/>
          <p:cNvSpPr txBox="true"/>
          <p:nvPr/>
        </p:nvSpPr>
        <p:spPr>
          <a:xfrm rot="0">
            <a:off x="556555" y="1494263"/>
            <a:ext cx="13822099" cy="564918"/>
          </a:xfrm>
          <a:prstGeom prst="rect">
            <a:avLst/>
          </a:prstGeom>
        </p:spPr>
        <p:txBody>
          <a:bodyPr anchor="t" rtlCol="false" tIns="0" lIns="0" bIns="0" rIns="0">
            <a:spAutoFit/>
          </a:bodyPr>
          <a:lstStyle/>
          <a:p>
            <a:pPr algn="l">
              <a:lnSpc>
                <a:spcPts val="4479"/>
              </a:lnSpc>
            </a:pPr>
            <a:r>
              <a:rPr lang="en-US" sz="3199">
                <a:solidFill>
                  <a:srgbClr val="FFFFFF"/>
                </a:solidFill>
                <a:latin typeface="Arial"/>
                <a:ea typeface="Arial"/>
                <a:cs typeface="Arial"/>
                <a:sym typeface="Arial"/>
                <a:hlinkClick r:id="rId6" tooltip="https://www.ibm.com/think/topics/neural-networks"/>
              </a:rPr>
              <a:t>Deeplear</a:t>
            </a:r>
            <a:r>
              <a:rPr lang="en-US" sz="3199">
                <a:solidFill>
                  <a:srgbClr val="FFFFFF"/>
                </a:solidFill>
                <a:latin typeface="Arial"/>
                <a:ea typeface="Arial"/>
                <a:cs typeface="Arial"/>
                <a:sym typeface="Arial"/>
              </a:rPr>
              <a:t>ningis a subset of </a:t>
            </a:r>
            <a:r>
              <a:rPr lang="en-US" sz="3199">
                <a:solidFill>
                  <a:srgbClr val="FFFFFF"/>
                </a:solidFill>
                <a:latin typeface="Arial"/>
                <a:ea typeface="Arial"/>
                <a:cs typeface="Arial"/>
                <a:sym typeface="Arial"/>
                <a:hlinkClick r:id="rId7" tooltip="https://www.ibm.com/think/topics/machine-learning"/>
              </a:rPr>
              <a:t>machine learning </a:t>
            </a:r>
            <a:r>
              <a:rPr lang="en-US" sz="3199">
                <a:solidFill>
                  <a:srgbClr val="FFFFFF"/>
                </a:solidFill>
                <a:latin typeface="Arial"/>
                <a:ea typeface="Arial"/>
                <a:cs typeface="Arial"/>
                <a:sym typeface="Arial"/>
              </a:rPr>
              <a:t>driven by multilayered</a:t>
            </a:r>
            <a:r>
              <a:rPr lang="en-US" sz="3199">
                <a:solidFill>
                  <a:srgbClr val="FFFFFF"/>
                </a:solidFill>
                <a:latin typeface="Arial"/>
                <a:ea typeface="Arial"/>
                <a:cs typeface="Arial"/>
                <a:sym typeface="Arial"/>
                <a:hlinkClick r:id="rId8" tooltip="https://www.ibm.com/think/topics/neural-networks"/>
              </a:rPr>
              <a:t> neural</a:t>
            </a:r>
          </a:p>
        </p:txBody>
      </p:sp>
      <p:sp>
        <p:nvSpPr>
          <p:cNvPr name="TextBox 15" id="15"/>
          <p:cNvSpPr txBox="true"/>
          <p:nvPr/>
        </p:nvSpPr>
        <p:spPr>
          <a:xfrm rot="0">
            <a:off x="556555" y="2037188"/>
            <a:ext cx="14052080" cy="993543"/>
          </a:xfrm>
          <a:prstGeom prst="rect">
            <a:avLst/>
          </a:prstGeom>
        </p:spPr>
        <p:txBody>
          <a:bodyPr anchor="t" rtlCol="false" tIns="0" lIns="0" bIns="0" rIns="0">
            <a:spAutoFit/>
          </a:bodyPr>
          <a:lstStyle/>
          <a:p>
            <a:pPr algn="l">
              <a:lnSpc>
                <a:spcPts val="3823"/>
              </a:lnSpc>
            </a:pPr>
            <a:r>
              <a:rPr lang="en-US" sz="3199">
                <a:solidFill>
                  <a:srgbClr val="FFFFFF"/>
                </a:solidFill>
                <a:latin typeface="Arial"/>
                <a:ea typeface="Arial"/>
                <a:cs typeface="Arial"/>
                <a:sym typeface="Arial"/>
                <a:hlinkClick r:id="rId9" tooltip="https://www.ibm.com/think/topics/neural-networks"/>
              </a:rPr>
              <a:t>networks </a:t>
            </a:r>
            <a:r>
              <a:rPr lang="en-US" sz="3199">
                <a:solidFill>
                  <a:srgbClr val="FFFFFF"/>
                </a:solidFill>
                <a:latin typeface="Arial"/>
                <a:ea typeface="Arial"/>
                <a:cs typeface="Arial"/>
                <a:sym typeface="Arial"/>
              </a:rPr>
              <a:t>whose design is inspiredby the structure of the human brain. Deep learning simulates our brain. it is inspired by biological neuron concepts.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2820" t="0" r="-2820" b="0"/>
              </a:stretch>
            </a:blipFill>
          </p:spPr>
        </p:sp>
      </p:grpSp>
      <p:sp>
        <p:nvSpPr>
          <p:cNvPr name="TextBox 4" id="4"/>
          <p:cNvSpPr txBox="true"/>
          <p:nvPr/>
        </p:nvSpPr>
        <p:spPr>
          <a:xfrm rot="0">
            <a:off x="877957" y="453885"/>
            <a:ext cx="5290480" cy="996429"/>
          </a:xfrm>
          <a:prstGeom prst="rect">
            <a:avLst/>
          </a:prstGeom>
        </p:spPr>
        <p:txBody>
          <a:bodyPr anchor="t" rtlCol="false" tIns="0" lIns="0" bIns="0" rIns="0">
            <a:spAutoFit/>
          </a:bodyPr>
          <a:lstStyle/>
          <a:p>
            <a:pPr algn="l">
              <a:lnSpc>
                <a:spcPts val="7839"/>
              </a:lnSpc>
            </a:pPr>
            <a:r>
              <a:rPr lang="en-US" b="true" sz="5599">
                <a:solidFill>
                  <a:srgbClr val="ED7D31"/>
                </a:solidFill>
                <a:latin typeface="Canva Sans Bold"/>
                <a:ea typeface="Canva Sans Bold"/>
                <a:cs typeface="Canva Sans Bold"/>
                <a:sym typeface="Canva Sans Bold"/>
              </a:rPr>
              <a:t>Example of DL-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2237" cy="10282695"/>
            <a:chOff x="0" y="0"/>
            <a:chExt cx="24376316" cy="13710260"/>
          </a:xfrm>
        </p:grpSpPr>
        <p:sp>
          <p:nvSpPr>
            <p:cNvPr name="Freeform 3" id="3"/>
            <p:cNvSpPr/>
            <p:nvPr/>
          </p:nvSpPr>
          <p:spPr>
            <a:xfrm flipH="false" flipV="false" rot="0">
              <a:off x="0" y="0"/>
              <a:ext cx="24376380" cy="13710286"/>
            </a:xfrm>
            <a:custGeom>
              <a:avLst/>
              <a:gdLst/>
              <a:ahLst/>
              <a:cxnLst/>
              <a:rect r="r" b="b" t="t" l="l"/>
              <a:pathLst>
                <a:path h="13710286" w="24376380">
                  <a:moveTo>
                    <a:pt x="0" y="0"/>
                  </a:moveTo>
                  <a:lnTo>
                    <a:pt x="24376380" y="0"/>
                  </a:lnTo>
                  <a:lnTo>
                    <a:pt x="24376380" y="13710286"/>
                  </a:lnTo>
                  <a:lnTo>
                    <a:pt x="0" y="13710286"/>
                  </a:lnTo>
                  <a:lnTo>
                    <a:pt x="0" y="0"/>
                  </a:lnTo>
                  <a:close/>
                </a:path>
              </a:pathLst>
            </a:custGeom>
            <a:blipFill>
              <a:blip r:embed="rId2"/>
              <a:stretch>
                <a:fillRect l="0" t="-10" r="0" b="0"/>
              </a:stretch>
            </a:blipFill>
          </p:spPr>
        </p:sp>
      </p:grpSp>
      <p:grpSp>
        <p:nvGrpSpPr>
          <p:cNvPr name="Group 4" id="4"/>
          <p:cNvGrpSpPr/>
          <p:nvPr/>
        </p:nvGrpSpPr>
        <p:grpSpPr>
          <a:xfrm rot="0">
            <a:off x="0" y="0"/>
            <a:ext cx="18286019" cy="10283762"/>
            <a:chOff x="0" y="0"/>
            <a:chExt cx="18286019" cy="10283762"/>
          </a:xfrm>
        </p:grpSpPr>
        <p:sp>
          <p:nvSpPr>
            <p:cNvPr name="Freeform 5" id="5"/>
            <p:cNvSpPr/>
            <p:nvPr/>
          </p:nvSpPr>
          <p:spPr>
            <a:xfrm flipH="false" flipV="false" rot="0">
              <a:off x="0" y="0"/>
              <a:ext cx="18285968" cy="10283698"/>
            </a:xfrm>
            <a:custGeom>
              <a:avLst/>
              <a:gdLst/>
              <a:ahLst/>
              <a:cxnLst/>
              <a:rect r="r" b="b" t="t" l="l"/>
              <a:pathLst>
                <a:path h="10283698" w="18285968">
                  <a:moveTo>
                    <a:pt x="0" y="10283698"/>
                  </a:moveTo>
                  <a:lnTo>
                    <a:pt x="18285968" y="10283698"/>
                  </a:lnTo>
                  <a:lnTo>
                    <a:pt x="18285968" y="0"/>
                  </a:lnTo>
                  <a:lnTo>
                    <a:pt x="0" y="0"/>
                  </a:lnTo>
                  <a:close/>
                </a:path>
              </a:pathLst>
            </a:custGeom>
            <a:solidFill>
              <a:srgbClr val="000000">
                <a:alpha val="0"/>
              </a:srgbClr>
            </a:solidFill>
          </p:spPr>
        </p:sp>
      </p:grpSp>
      <p:sp>
        <p:nvSpPr>
          <p:cNvPr name="TextBox 6" id="6"/>
          <p:cNvSpPr txBox="true"/>
          <p:nvPr/>
        </p:nvSpPr>
        <p:spPr>
          <a:xfrm rot="0">
            <a:off x="3675932" y="4007744"/>
            <a:ext cx="8689753" cy="155638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PYTHON LANGUAGE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050" y="0"/>
            <a:ext cx="18268950" cy="10282695"/>
            <a:chOff x="0" y="0"/>
            <a:chExt cx="24358600" cy="13710260"/>
          </a:xfrm>
        </p:grpSpPr>
        <p:sp>
          <p:nvSpPr>
            <p:cNvPr name="Freeform 3" id="3"/>
            <p:cNvSpPr/>
            <p:nvPr/>
          </p:nvSpPr>
          <p:spPr>
            <a:xfrm flipH="false" flipV="false" rot="0">
              <a:off x="0" y="0"/>
              <a:ext cx="24358600" cy="13710286"/>
            </a:xfrm>
            <a:custGeom>
              <a:avLst/>
              <a:gdLst/>
              <a:ahLst/>
              <a:cxnLst/>
              <a:rect r="r" b="b" t="t" l="l"/>
              <a:pathLst>
                <a:path h="13710286" w="24358600">
                  <a:moveTo>
                    <a:pt x="0" y="0"/>
                  </a:moveTo>
                  <a:lnTo>
                    <a:pt x="24358600" y="0"/>
                  </a:lnTo>
                  <a:lnTo>
                    <a:pt x="24358600" y="13710286"/>
                  </a:lnTo>
                  <a:lnTo>
                    <a:pt x="0" y="13710286"/>
                  </a:lnTo>
                  <a:lnTo>
                    <a:pt x="0" y="0"/>
                  </a:lnTo>
                  <a:close/>
                </a:path>
              </a:pathLst>
            </a:custGeom>
            <a:blipFill>
              <a:blip r:embed="rId2"/>
              <a:stretch>
                <a:fillRect l="0" t="-10" r="-72" b="0"/>
              </a:stretch>
            </a:blipFill>
          </p:spPr>
        </p:sp>
      </p:grpSp>
      <p:grpSp>
        <p:nvGrpSpPr>
          <p:cNvPr name="Group 4" id="4"/>
          <p:cNvGrpSpPr/>
          <p:nvPr/>
        </p:nvGrpSpPr>
        <p:grpSpPr>
          <a:xfrm rot="0">
            <a:off x="-44453" y="-63503"/>
            <a:ext cx="18395947" cy="10410758"/>
            <a:chOff x="0" y="0"/>
            <a:chExt cx="18395950" cy="10410761"/>
          </a:xfrm>
        </p:grpSpPr>
        <p:sp>
          <p:nvSpPr>
            <p:cNvPr name="Freeform 5" id="5"/>
            <p:cNvSpPr/>
            <p:nvPr/>
          </p:nvSpPr>
          <p:spPr>
            <a:xfrm flipH="false" flipV="false" rot="0">
              <a:off x="11156696" y="5217668"/>
              <a:ext cx="2065519" cy="4265930"/>
            </a:xfrm>
            <a:custGeom>
              <a:avLst/>
              <a:gdLst/>
              <a:ahLst/>
              <a:cxnLst/>
              <a:rect r="r" b="b" t="t" l="l"/>
              <a:pathLst>
                <a:path h="4265930" w="2065519">
                  <a:moveTo>
                    <a:pt x="1104392" y="82296"/>
                  </a:moveTo>
                  <a:cubicBezTo>
                    <a:pt x="1098551" y="82296"/>
                    <a:pt x="1092581" y="82550"/>
                    <a:pt x="1086866" y="82677"/>
                  </a:cubicBezTo>
                  <a:cubicBezTo>
                    <a:pt x="1082929" y="82550"/>
                    <a:pt x="1078992" y="82550"/>
                    <a:pt x="1075182" y="82550"/>
                  </a:cubicBezTo>
                  <a:cubicBezTo>
                    <a:pt x="752603" y="82550"/>
                    <a:pt x="518922" y="485140"/>
                    <a:pt x="681482" y="766064"/>
                  </a:cubicBezTo>
                  <a:cubicBezTo>
                    <a:pt x="739141" y="884301"/>
                    <a:pt x="850646" y="964946"/>
                    <a:pt x="974979" y="999109"/>
                  </a:cubicBezTo>
                  <a:cubicBezTo>
                    <a:pt x="983869" y="1001522"/>
                    <a:pt x="993014" y="1003554"/>
                    <a:pt x="1002030" y="1005586"/>
                  </a:cubicBezTo>
                  <a:cubicBezTo>
                    <a:pt x="1005079" y="1006221"/>
                    <a:pt x="1007999" y="1006729"/>
                    <a:pt x="1011047" y="1007364"/>
                  </a:cubicBezTo>
                  <a:cubicBezTo>
                    <a:pt x="1017016" y="1008507"/>
                    <a:pt x="1022985" y="1009777"/>
                    <a:pt x="1029081" y="1010793"/>
                  </a:cubicBezTo>
                  <a:cubicBezTo>
                    <a:pt x="1039115" y="1012317"/>
                    <a:pt x="1049147" y="1013587"/>
                    <a:pt x="1059054" y="1014603"/>
                  </a:cubicBezTo>
                  <a:cubicBezTo>
                    <a:pt x="1067308" y="1015492"/>
                    <a:pt x="1075182" y="1016254"/>
                    <a:pt x="1083565" y="1016762"/>
                  </a:cubicBezTo>
                  <a:cubicBezTo>
                    <a:pt x="1086104" y="1016889"/>
                    <a:pt x="1088771" y="1017016"/>
                    <a:pt x="1091311" y="1017143"/>
                  </a:cubicBezTo>
                  <a:cubicBezTo>
                    <a:pt x="1092201" y="1017143"/>
                    <a:pt x="1093216" y="1017143"/>
                    <a:pt x="1094105" y="1017143"/>
                  </a:cubicBezTo>
                  <a:cubicBezTo>
                    <a:pt x="1096265" y="1017143"/>
                    <a:pt x="1098423" y="1017143"/>
                    <a:pt x="1100455" y="1017143"/>
                  </a:cubicBezTo>
                  <a:cubicBezTo>
                    <a:pt x="1100964" y="1017143"/>
                    <a:pt x="1101471" y="1017143"/>
                    <a:pt x="1101979" y="1017143"/>
                  </a:cubicBezTo>
                  <a:cubicBezTo>
                    <a:pt x="1106170" y="1017270"/>
                    <a:pt x="1110616" y="1017524"/>
                    <a:pt x="1114806" y="1017524"/>
                  </a:cubicBezTo>
                  <a:cubicBezTo>
                    <a:pt x="1232662" y="1016635"/>
                    <a:pt x="1348359" y="973582"/>
                    <a:pt x="1430147" y="882015"/>
                  </a:cubicBezTo>
                  <a:cubicBezTo>
                    <a:pt x="1474597" y="838454"/>
                    <a:pt x="1507871" y="785749"/>
                    <a:pt x="1530096" y="728472"/>
                  </a:cubicBezTo>
                  <a:cubicBezTo>
                    <a:pt x="1432433" y="519430"/>
                    <a:pt x="1308101" y="322072"/>
                    <a:pt x="1194562" y="122174"/>
                  </a:cubicBezTo>
                  <a:cubicBezTo>
                    <a:pt x="1211199" y="116713"/>
                    <a:pt x="1227709" y="110871"/>
                    <a:pt x="1244346" y="105410"/>
                  </a:cubicBezTo>
                  <a:cubicBezTo>
                    <a:pt x="1199769" y="90551"/>
                    <a:pt x="1153033" y="82423"/>
                    <a:pt x="1105790" y="82169"/>
                  </a:cubicBezTo>
                  <a:cubicBezTo>
                    <a:pt x="1105408" y="82169"/>
                    <a:pt x="1104901" y="82169"/>
                    <a:pt x="1104519" y="82169"/>
                  </a:cubicBezTo>
                  <a:close/>
                  <a:moveTo>
                    <a:pt x="1510411" y="0"/>
                  </a:moveTo>
                  <a:lnTo>
                    <a:pt x="1235837" y="137668"/>
                  </a:lnTo>
                  <a:cubicBezTo>
                    <a:pt x="1235837" y="137668"/>
                    <a:pt x="1647698" y="825500"/>
                    <a:pt x="1647698" y="963295"/>
                  </a:cubicBezTo>
                  <a:lnTo>
                    <a:pt x="1392428" y="963295"/>
                  </a:lnTo>
                  <a:cubicBezTo>
                    <a:pt x="1386078" y="967105"/>
                    <a:pt x="1379728" y="970915"/>
                    <a:pt x="1373124" y="974471"/>
                  </a:cubicBezTo>
                  <a:cubicBezTo>
                    <a:pt x="1293115" y="1023112"/>
                    <a:pt x="1203326" y="1045337"/>
                    <a:pt x="1113028" y="1045337"/>
                  </a:cubicBezTo>
                  <a:cubicBezTo>
                    <a:pt x="1009016" y="1045337"/>
                    <a:pt x="904494" y="1015873"/>
                    <a:pt x="813690" y="963295"/>
                  </a:cubicBezTo>
                  <a:lnTo>
                    <a:pt x="549148" y="963295"/>
                  </a:lnTo>
                  <a:cubicBezTo>
                    <a:pt x="8890" y="963295"/>
                    <a:pt x="127" y="2295271"/>
                    <a:pt x="0" y="2338324"/>
                  </a:cubicBezTo>
                  <a:lnTo>
                    <a:pt x="0" y="2339340"/>
                  </a:lnTo>
                  <a:lnTo>
                    <a:pt x="411861" y="2339340"/>
                  </a:lnTo>
                  <a:lnTo>
                    <a:pt x="549148" y="1513713"/>
                  </a:lnTo>
                  <a:lnTo>
                    <a:pt x="549148" y="2614549"/>
                  </a:lnTo>
                  <a:lnTo>
                    <a:pt x="274574" y="4265930"/>
                  </a:lnTo>
                  <a:lnTo>
                    <a:pt x="823722" y="4265930"/>
                  </a:lnTo>
                  <a:lnTo>
                    <a:pt x="1098296" y="2889885"/>
                  </a:lnTo>
                  <a:lnTo>
                    <a:pt x="1372869" y="4265930"/>
                  </a:lnTo>
                  <a:lnTo>
                    <a:pt x="1922017" y="4265930"/>
                  </a:lnTo>
                  <a:lnTo>
                    <a:pt x="1647443" y="2614676"/>
                  </a:lnTo>
                  <a:lnTo>
                    <a:pt x="1647443" y="1513713"/>
                  </a:lnTo>
                  <a:cubicBezTo>
                    <a:pt x="1647443" y="1513713"/>
                    <a:pt x="2012950" y="1187832"/>
                    <a:pt x="2059305" y="963295"/>
                  </a:cubicBezTo>
                  <a:cubicBezTo>
                    <a:pt x="2133981" y="601345"/>
                    <a:pt x="1510918" y="762"/>
                    <a:pt x="1510156" y="0"/>
                  </a:cubicBezTo>
                  <a:close/>
                </a:path>
              </a:pathLst>
            </a:custGeom>
            <a:solidFill>
              <a:srgbClr val="000000"/>
            </a:solidFill>
          </p:spPr>
        </p:sp>
        <p:sp>
          <p:nvSpPr>
            <p:cNvPr name="Freeform 6" id="6"/>
            <p:cNvSpPr/>
            <p:nvPr/>
          </p:nvSpPr>
          <p:spPr>
            <a:xfrm flipH="false" flipV="false" rot="0">
              <a:off x="11397970" y="4000751"/>
              <a:ext cx="1716328" cy="1079144"/>
            </a:xfrm>
            <a:custGeom>
              <a:avLst/>
              <a:gdLst/>
              <a:ahLst/>
              <a:cxnLst/>
              <a:rect r="r" b="b" t="t" l="l"/>
              <a:pathLst>
                <a:path h="1079144" w="1716328">
                  <a:moveTo>
                    <a:pt x="831876" y="3"/>
                  </a:moveTo>
                  <a:cubicBezTo>
                    <a:pt x="818032" y="-124"/>
                    <a:pt x="797332" y="4194"/>
                    <a:pt x="770535" y="12957"/>
                  </a:cubicBezTo>
                  <a:cubicBezTo>
                    <a:pt x="743738" y="21720"/>
                    <a:pt x="718211" y="35817"/>
                    <a:pt x="693700" y="55502"/>
                  </a:cubicBezTo>
                  <a:cubicBezTo>
                    <a:pt x="683920" y="64392"/>
                    <a:pt x="676301" y="72647"/>
                    <a:pt x="670967" y="80902"/>
                  </a:cubicBezTo>
                  <a:cubicBezTo>
                    <a:pt x="665632" y="89157"/>
                    <a:pt x="662839" y="99317"/>
                    <a:pt x="662839" y="110620"/>
                  </a:cubicBezTo>
                  <a:cubicBezTo>
                    <a:pt x="664236" y="129162"/>
                    <a:pt x="672364" y="145037"/>
                    <a:pt x="687350" y="158372"/>
                  </a:cubicBezTo>
                  <a:cubicBezTo>
                    <a:pt x="702336" y="171707"/>
                    <a:pt x="715670" y="178819"/>
                    <a:pt x="727736" y="179454"/>
                  </a:cubicBezTo>
                  <a:cubicBezTo>
                    <a:pt x="737007" y="176025"/>
                    <a:pt x="756057" y="162055"/>
                    <a:pt x="784758" y="137798"/>
                  </a:cubicBezTo>
                  <a:cubicBezTo>
                    <a:pt x="813461" y="113541"/>
                    <a:pt x="851180" y="99571"/>
                    <a:pt x="897662" y="96142"/>
                  </a:cubicBezTo>
                  <a:cubicBezTo>
                    <a:pt x="923824" y="96269"/>
                    <a:pt x="944017" y="102746"/>
                    <a:pt x="958114" y="115446"/>
                  </a:cubicBezTo>
                  <a:cubicBezTo>
                    <a:pt x="972211" y="128146"/>
                    <a:pt x="979450" y="146307"/>
                    <a:pt x="979577" y="169675"/>
                  </a:cubicBezTo>
                  <a:cubicBezTo>
                    <a:pt x="977164" y="196726"/>
                    <a:pt x="960019" y="223142"/>
                    <a:pt x="928523" y="249177"/>
                  </a:cubicBezTo>
                  <a:cubicBezTo>
                    <a:pt x="897027" y="275212"/>
                    <a:pt x="865531" y="298580"/>
                    <a:pt x="834543" y="318900"/>
                  </a:cubicBezTo>
                  <a:cubicBezTo>
                    <a:pt x="788823" y="352047"/>
                    <a:pt x="756692" y="381130"/>
                    <a:pt x="738023" y="406149"/>
                  </a:cubicBezTo>
                  <a:cubicBezTo>
                    <a:pt x="719354" y="431168"/>
                    <a:pt x="710337" y="456441"/>
                    <a:pt x="710972" y="481460"/>
                  </a:cubicBezTo>
                  <a:cubicBezTo>
                    <a:pt x="714147" y="525910"/>
                    <a:pt x="734467" y="564899"/>
                    <a:pt x="771424" y="598427"/>
                  </a:cubicBezTo>
                  <a:cubicBezTo>
                    <a:pt x="808381" y="631955"/>
                    <a:pt x="843052" y="654307"/>
                    <a:pt x="875310" y="665991"/>
                  </a:cubicBezTo>
                  <a:lnTo>
                    <a:pt x="900202" y="632463"/>
                  </a:lnTo>
                  <a:cubicBezTo>
                    <a:pt x="879882" y="614556"/>
                    <a:pt x="864769" y="597030"/>
                    <a:pt x="854355" y="580393"/>
                  </a:cubicBezTo>
                  <a:cubicBezTo>
                    <a:pt x="843941" y="563756"/>
                    <a:pt x="838480" y="544452"/>
                    <a:pt x="838480" y="522735"/>
                  </a:cubicBezTo>
                  <a:cubicBezTo>
                    <a:pt x="842163" y="489334"/>
                    <a:pt x="862864" y="458473"/>
                    <a:pt x="900710" y="429898"/>
                  </a:cubicBezTo>
                  <a:cubicBezTo>
                    <a:pt x="938556" y="401323"/>
                    <a:pt x="970814" y="377701"/>
                    <a:pt x="997738" y="359413"/>
                  </a:cubicBezTo>
                  <a:cubicBezTo>
                    <a:pt x="1023519" y="338966"/>
                    <a:pt x="1042061" y="318773"/>
                    <a:pt x="1053110" y="298326"/>
                  </a:cubicBezTo>
                  <a:cubicBezTo>
                    <a:pt x="1064158" y="277879"/>
                    <a:pt x="1069747" y="255146"/>
                    <a:pt x="1069366" y="230000"/>
                  </a:cubicBezTo>
                  <a:cubicBezTo>
                    <a:pt x="1067080" y="168786"/>
                    <a:pt x="1043077" y="115700"/>
                    <a:pt x="996849" y="70869"/>
                  </a:cubicBezTo>
                  <a:cubicBezTo>
                    <a:pt x="950620" y="26038"/>
                    <a:pt x="896011" y="2543"/>
                    <a:pt x="832892" y="384"/>
                  </a:cubicBezTo>
                  <a:lnTo>
                    <a:pt x="832003" y="384"/>
                  </a:lnTo>
                  <a:close/>
                  <a:moveTo>
                    <a:pt x="1491006" y="149990"/>
                  </a:moveTo>
                  <a:cubicBezTo>
                    <a:pt x="1469543" y="149990"/>
                    <a:pt x="1447572" y="153165"/>
                    <a:pt x="1424966" y="159388"/>
                  </a:cubicBezTo>
                  <a:cubicBezTo>
                    <a:pt x="1412520" y="163706"/>
                    <a:pt x="1402360" y="168532"/>
                    <a:pt x="1394105" y="173993"/>
                  </a:cubicBezTo>
                  <a:cubicBezTo>
                    <a:pt x="1385850" y="179454"/>
                    <a:pt x="1379373" y="187328"/>
                    <a:pt x="1374801" y="197615"/>
                  </a:cubicBezTo>
                  <a:cubicBezTo>
                    <a:pt x="1368705" y="215141"/>
                    <a:pt x="1369848" y="233175"/>
                    <a:pt x="1378230" y="251336"/>
                  </a:cubicBezTo>
                  <a:cubicBezTo>
                    <a:pt x="1386612" y="269497"/>
                    <a:pt x="1396264" y="281308"/>
                    <a:pt x="1406932" y="286642"/>
                  </a:cubicBezTo>
                  <a:cubicBezTo>
                    <a:pt x="1416838" y="287150"/>
                    <a:pt x="1439571" y="281943"/>
                    <a:pt x="1475639" y="271148"/>
                  </a:cubicBezTo>
                  <a:cubicBezTo>
                    <a:pt x="1511707" y="260353"/>
                    <a:pt x="1551712" y="262258"/>
                    <a:pt x="1595781" y="277625"/>
                  </a:cubicBezTo>
                  <a:cubicBezTo>
                    <a:pt x="1619784" y="288166"/>
                    <a:pt x="1635913" y="302009"/>
                    <a:pt x="1643787" y="319281"/>
                  </a:cubicBezTo>
                  <a:cubicBezTo>
                    <a:pt x="1651661" y="336553"/>
                    <a:pt x="1651153" y="356238"/>
                    <a:pt x="1642009" y="377701"/>
                  </a:cubicBezTo>
                  <a:cubicBezTo>
                    <a:pt x="1629055" y="401450"/>
                    <a:pt x="1602766" y="419230"/>
                    <a:pt x="1563523" y="430533"/>
                  </a:cubicBezTo>
                  <a:cubicBezTo>
                    <a:pt x="1524280" y="441836"/>
                    <a:pt x="1486307" y="450472"/>
                    <a:pt x="1449858" y="456822"/>
                  </a:cubicBezTo>
                  <a:cubicBezTo>
                    <a:pt x="1394740" y="469141"/>
                    <a:pt x="1353846" y="482984"/>
                    <a:pt x="1326668" y="498478"/>
                  </a:cubicBezTo>
                  <a:cubicBezTo>
                    <a:pt x="1299490" y="513972"/>
                    <a:pt x="1281456" y="533784"/>
                    <a:pt x="1272185" y="557025"/>
                  </a:cubicBezTo>
                  <a:cubicBezTo>
                    <a:pt x="1257580" y="599062"/>
                    <a:pt x="1260501" y="642623"/>
                    <a:pt x="1281202" y="688216"/>
                  </a:cubicBezTo>
                  <a:cubicBezTo>
                    <a:pt x="1301903" y="733809"/>
                    <a:pt x="1324890" y="768480"/>
                    <a:pt x="1349909" y="791848"/>
                  </a:cubicBezTo>
                  <a:lnTo>
                    <a:pt x="1385977" y="770766"/>
                  </a:lnTo>
                  <a:cubicBezTo>
                    <a:pt x="1374420" y="746255"/>
                    <a:pt x="1367435" y="724411"/>
                    <a:pt x="1364514" y="704980"/>
                  </a:cubicBezTo>
                  <a:cubicBezTo>
                    <a:pt x="1361593" y="685549"/>
                    <a:pt x="1364133" y="665610"/>
                    <a:pt x="1372642" y="645671"/>
                  </a:cubicBezTo>
                  <a:cubicBezTo>
                    <a:pt x="1389279" y="616588"/>
                    <a:pt x="1420648" y="596268"/>
                    <a:pt x="1466622" y="585092"/>
                  </a:cubicBezTo>
                  <a:cubicBezTo>
                    <a:pt x="1512596" y="573916"/>
                    <a:pt x="1551839" y="565407"/>
                    <a:pt x="1583716" y="559311"/>
                  </a:cubicBezTo>
                  <a:cubicBezTo>
                    <a:pt x="1615465" y="550802"/>
                    <a:pt x="1640612" y="539245"/>
                    <a:pt x="1658773" y="524894"/>
                  </a:cubicBezTo>
                  <a:cubicBezTo>
                    <a:pt x="1676934" y="510543"/>
                    <a:pt x="1690650" y="491874"/>
                    <a:pt x="1700429" y="468506"/>
                  </a:cubicBezTo>
                  <a:cubicBezTo>
                    <a:pt x="1722654" y="411483"/>
                    <a:pt x="1721638" y="353317"/>
                    <a:pt x="1697000" y="293881"/>
                  </a:cubicBezTo>
                  <a:cubicBezTo>
                    <a:pt x="1672362" y="234445"/>
                    <a:pt x="1631340" y="191138"/>
                    <a:pt x="1574318" y="163960"/>
                  </a:cubicBezTo>
                  <a:lnTo>
                    <a:pt x="1573429" y="163579"/>
                  </a:lnTo>
                  <a:cubicBezTo>
                    <a:pt x="1560856" y="157864"/>
                    <a:pt x="1540536" y="153800"/>
                    <a:pt x="1512469" y="151133"/>
                  </a:cubicBezTo>
                  <a:cubicBezTo>
                    <a:pt x="1505484" y="150498"/>
                    <a:pt x="1498118" y="149863"/>
                    <a:pt x="1491006" y="149863"/>
                  </a:cubicBezTo>
                  <a:close/>
                  <a:moveTo>
                    <a:pt x="194336" y="164468"/>
                  </a:moveTo>
                  <a:cubicBezTo>
                    <a:pt x="171983" y="165103"/>
                    <a:pt x="149505" y="169040"/>
                    <a:pt x="127026" y="176025"/>
                  </a:cubicBezTo>
                  <a:lnTo>
                    <a:pt x="126137" y="176406"/>
                  </a:lnTo>
                  <a:cubicBezTo>
                    <a:pt x="113056" y="180851"/>
                    <a:pt x="95022" y="191519"/>
                    <a:pt x="72543" y="208664"/>
                  </a:cubicBezTo>
                  <a:cubicBezTo>
                    <a:pt x="50064" y="225809"/>
                    <a:pt x="30760" y="247780"/>
                    <a:pt x="14250" y="274450"/>
                  </a:cubicBezTo>
                  <a:cubicBezTo>
                    <a:pt x="8027" y="286134"/>
                    <a:pt x="3708" y="296675"/>
                    <a:pt x="1423" y="306327"/>
                  </a:cubicBezTo>
                  <a:cubicBezTo>
                    <a:pt x="-863" y="315979"/>
                    <a:pt x="-482" y="326139"/>
                    <a:pt x="3201" y="336807"/>
                  </a:cubicBezTo>
                  <a:cubicBezTo>
                    <a:pt x="10567" y="353825"/>
                    <a:pt x="23775" y="366144"/>
                    <a:pt x="42190" y="373764"/>
                  </a:cubicBezTo>
                  <a:cubicBezTo>
                    <a:pt x="60605" y="381384"/>
                    <a:pt x="75337" y="383162"/>
                    <a:pt x="86767" y="379733"/>
                  </a:cubicBezTo>
                  <a:cubicBezTo>
                    <a:pt x="94387" y="373383"/>
                    <a:pt x="107976" y="354079"/>
                    <a:pt x="127153" y="321694"/>
                  </a:cubicBezTo>
                  <a:cubicBezTo>
                    <a:pt x="146330" y="289309"/>
                    <a:pt x="177191" y="263401"/>
                    <a:pt x="219863" y="244732"/>
                  </a:cubicBezTo>
                  <a:cubicBezTo>
                    <a:pt x="244628" y="236223"/>
                    <a:pt x="265837" y="235715"/>
                    <a:pt x="283363" y="242954"/>
                  </a:cubicBezTo>
                  <a:cubicBezTo>
                    <a:pt x="300889" y="250193"/>
                    <a:pt x="313716" y="264798"/>
                    <a:pt x="321590" y="286769"/>
                  </a:cubicBezTo>
                  <a:cubicBezTo>
                    <a:pt x="328194" y="313058"/>
                    <a:pt x="320828" y="343792"/>
                    <a:pt x="299745" y="378844"/>
                  </a:cubicBezTo>
                  <a:cubicBezTo>
                    <a:pt x="278664" y="413896"/>
                    <a:pt x="257074" y="446154"/>
                    <a:pt x="234468" y="475618"/>
                  </a:cubicBezTo>
                  <a:cubicBezTo>
                    <a:pt x="202337" y="522100"/>
                    <a:pt x="181508" y="560581"/>
                    <a:pt x="172238" y="590426"/>
                  </a:cubicBezTo>
                  <a:cubicBezTo>
                    <a:pt x="162967" y="620271"/>
                    <a:pt x="162458" y="646687"/>
                    <a:pt x="171349" y="669928"/>
                  </a:cubicBezTo>
                  <a:cubicBezTo>
                    <a:pt x="189129" y="710822"/>
                    <a:pt x="221006" y="740921"/>
                    <a:pt x="266980" y="760225"/>
                  </a:cubicBezTo>
                  <a:cubicBezTo>
                    <a:pt x="312954" y="779529"/>
                    <a:pt x="353340" y="789689"/>
                    <a:pt x="387503" y="789943"/>
                  </a:cubicBezTo>
                  <a:lnTo>
                    <a:pt x="399949" y="749557"/>
                  </a:lnTo>
                  <a:cubicBezTo>
                    <a:pt x="374930" y="739524"/>
                    <a:pt x="354737" y="728221"/>
                    <a:pt x="339497" y="716029"/>
                  </a:cubicBezTo>
                  <a:cubicBezTo>
                    <a:pt x="324257" y="703837"/>
                    <a:pt x="312827" y="687454"/>
                    <a:pt x="305588" y="667007"/>
                  </a:cubicBezTo>
                  <a:cubicBezTo>
                    <a:pt x="298095" y="634241"/>
                    <a:pt x="307366" y="598173"/>
                    <a:pt x="333528" y="558676"/>
                  </a:cubicBezTo>
                  <a:cubicBezTo>
                    <a:pt x="359690" y="519179"/>
                    <a:pt x="382423" y="486032"/>
                    <a:pt x="401727" y="459743"/>
                  </a:cubicBezTo>
                  <a:cubicBezTo>
                    <a:pt x="419253" y="431930"/>
                    <a:pt x="429794" y="406530"/>
                    <a:pt x="433477" y="383670"/>
                  </a:cubicBezTo>
                  <a:cubicBezTo>
                    <a:pt x="437160" y="360810"/>
                    <a:pt x="434747" y="337315"/>
                    <a:pt x="426238" y="313566"/>
                  </a:cubicBezTo>
                  <a:cubicBezTo>
                    <a:pt x="403886" y="256543"/>
                    <a:pt x="363245" y="214887"/>
                    <a:pt x="304826" y="187963"/>
                  </a:cubicBezTo>
                  <a:cubicBezTo>
                    <a:pt x="268377" y="171199"/>
                    <a:pt x="231801" y="163198"/>
                    <a:pt x="194590" y="164341"/>
                  </a:cubicBezTo>
                  <a:close/>
                  <a:moveTo>
                    <a:pt x="850164" y="784863"/>
                  </a:moveTo>
                  <a:cubicBezTo>
                    <a:pt x="826415" y="785498"/>
                    <a:pt x="806857" y="794007"/>
                    <a:pt x="791363" y="810263"/>
                  </a:cubicBezTo>
                  <a:cubicBezTo>
                    <a:pt x="775869" y="826519"/>
                    <a:pt x="767868" y="846585"/>
                    <a:pt x="767360" y="870842"/>
                  </a:cubicBezTo>
                  <a:cubicBezTo>
                    <a:pt x="767994" y="897385"/>
                    <a:pt x="775615" y="918467"/>
                    <a:pt x="790982" y="934088"/>
                  </a:cubicBezTo>
                  <a:cubicBezTo>
                    <a:pt x="806349" y="949709"/>
                    <a:pt x="825653" y="957837"/>
                    <a:pt x="848513" y="958218"/>
                  </a:cubicBezTo>
                  <a:lnTo>
                    <a:pt x="850291" y="958218"/>
                  </a:lnTo>
                  <a:cubicBezTo>
                    <a:pt x="874548" y="957837"/>
                    <a:pt x="894360" y="949709"/>
                    <a:pt x="909981" y="934088"/>
                  </a:cubicBezTo>
                  <a:cubicBezTo>
                    <a:pt x="925602" y="918467"/>
                    <a:pt x="933857" y="897385"/>
                    <a:pt x="934492" y="870842"/>
                  </a:cubicBezTo>
                  <a:cubicBezTo>
                    <a:pt x="933983" y="846458"/>
                    <a:pt x="925602" y="826392"/>
                    <a:pt x="909981" y="810263"/>
                  </a:cubicBezTo>
                  <a:cubicBezTo>
                    <a:pt x="894360" y="794134"/>
                    <a:pt x="874548" y="785498"/>
                    <a:pt x="850291" y="784863"/>
                  </a:cubicBezTo>
                  <a:close/>
                  <a:moveTo>
                    <a:pt x="1247166" y="884177"/>
                  </a:moveTo>
                  <a:cubicBezTo>
                    <a:pt x="1236498" y="884177"/>
                    <a:pt x="1226211" y="886209"/>
                    <a:pt x="1215797" y="890654"/>
                  </a:cubicBezTo>
                  <a:cubicBezTo>
                    <a:pt x="1195095" y="899417"/>
                    <a:pt x="1179602" y="915038"/>
                    <a:pt x="1169442" y="937136"/>
                  </a:cubicBezTo>
                  <a:cubicBezTo>
                    <a:pt x="1159536" y="961647"/>
                    <a:pt x="1158519" y="984253"/>
                    <a:pt x="1166394" y="1004700"/>
                  </a:cubicBezTo>
                  <a:cubicBezTo>
                    <a:pt x="1174268" y="1025147"/>
                    <a:pt x="1188492" y="1040006"/>
                    <a:pt x="1209319" y="1049404"/>
                  </a:cubicBezTo>
                  <a:lnTo>
                    <a:pt x="1211098" y="1049785"/>
                  </a:lnTo>
                  <a:cubicBezTo>
                    <a:pt x="1233450" y="1059056"/>
                    <a:pt x="1254913" y="1060072"/>
                    <a:pt x="1275487" y="1051944"/>
                  </a:cubicBezTo>
                  <a:cubicBezTo>
                    <a:pt x="1296061" y="1043816"/>
                    <a:pt x="1311682" y="1027433"/>
                    <a:pt x="1322731" y="1003303"/>
                  </a:cubicBezTo>
                  <a:cubicBezTo>
                    <a:pt x="1331875" y="980697"/>
                    <a:pt x="1332383" y="959107"/>
                    <a:pt x="1324509" y="937898"/>
                  </a:cubicBezTo>
                  <a:cubicBezTo>
                    <a:pt x="1316635" y="916689"/>
                    <a:pt x="1301903" y="901195"/>
                    <a:pt x="1279932" y="891035"/>
                  </a:cubicBezTo>
                  <a:cubicBezTo>
                    <a:pt x="1268882" y="886590"/>
                    <a:pt x="1257961" y="884177"/>
                    <a:pt x="1247293" y="884177"/>
                  </a:cubicBezTo>
                  <a:close/>
                  <a:moveTo>
                    <a:pt x="428651" y="905640"/>
                  </a:moveTo>
                  <a:cubicBezTo>
                    <a:pt x="420395" y="906021"/>
                    <a:pt x="412014" y="907545"/>
                    <a:pt x="403378" y="910339"/>
                  </a:cubicBezTo>
                  <a:cubicBezTo>
                    <a:pt x="381153" y="918848"/>
                    <a:pt x="365405" y="933326"/>
                    <a:pt x="356133" y="953773"/>
                  </a:cubicBezTo>
                  <a:cubicBezTo>
                    <a:pt x="346863" y="974220"/>
                    <a:pt x="345974" y="995937"/>
                    <a:pt x="353594" y="1019178"/>
                  </a:cubicBezTo>
                  <a:cubicBezTo>
                    <a:pt x="362992" y="1043943"/>
                    <a:pt x="377724" y="1061215"/>
                    <a:pt x="397408" y="1070740"/>
                  </a:cubicBezTo>
                  <a:cubicBezTo>
                    <a:pt x="417094" y="1080265"/>
                    <a:pt x="437541" y="1081916"/>
                    <a:pt x="459131" y="1074550"/>
                  </a:cubicBezTo>
                  <a:lnTo>
                    <a:pt x="460908" y="1073661"/>
                  </a:lnTo>
                  <a:cubicBezTo>
                    <a:pt x="483642" y="1065279"/>
                    <a:pt x="499770" y="1051055"/>
                    <a:pt x="509423" y="1031116"/>
                  </a:cubicBezTo>
                  <a:cubicBezTo>
                    <a:pt x="519075" y="1011177"/>
                    <a:pt x="519837" y="988825"/>
                    <a:pt x="511582" y="963552"/>
                  </a:cubicBezTo>
                  <a:cubicBezTo>
                    <a:pt x="503073" y="940819"/>
                    <a:pt x="488341" y="924690"/>
                    <a:pt x="468275" y="914530"/>
                  </a:cubicBezTo>
                  <a:cubicBezTo>
                    <a:pt x="455702" y="908180"/>
                    <a:pt x="442494" y="905005"/>
                    <a:pt x="428778" y="905513"/>
                  </a:cubicBezTo>
                  <a:close/>
                </a:path>
              </a:pathLst>
            </a:custGeom>
            <a:solidFill>
              <a:srgbClr val="000000"/>
            </a:solidFill>
          </p:spPr>
        </p:sp>
        <p:sp>
          <p:nvSpPr>
            <p:cNvPr name="Freeform 7" id="7"/>
            <p:cNvSpPr/>
            <p:nvPr/>
          </p:nvSpPr>
          <p:spPr>
            <a:xfrm flipH="false" flipV="false" rot="0">
              <a:off x="63500" y="63500"/>
              <a:ext cx="18268950" cy="10283698"/>
            </a:xfrm>
            <a:custGeom>
              <a:avLst/>
              <a:gdLst/>
              <a:ahLst/>
              <a:cxnLst/>
              <a:rect r="r" b="b" t="t" l="l"/>
              <a:pathLst>
                <a:path h="10283698" w="18268950">
                  <a:moveTo>
                    <a:pt x="0" y="0"/>
                  </a:moveTo>
                  <a:lnTo>
                    <a:pt x="0" y="10283698"/>
                  </a:lnTo>
                  <a:lnTo>
                    <a:pt x="18268950" y="10283698"/>
                  </a:lnTo>
                  <a:lnTo>
                    <a:pt x="18268950" y="0"/>
                  </a:lnTo>
                  <a:close/>
                </a:path>
              </a:pathLst>
            </a:custGeom>
            <a:solidFill>
              <a:srgbClr val="000000">
                <a:alpha val="0"/>
              </a:srgbClr>
            </a:solidFill>
          </p:spPr>
        </p:sp>
        <p:sp>
          <p:nvSpPr>
            <p:cNvPr name="Freeform 8" id="8"/>
            <p:cNvSpPr/>
            <p:nvPr/>
          </p:nvSpPr>
          <p:spPr>
            <a:xfrm flipH="false" flipV="false" rot="0">
              <a:off x="11156696" y="3994023"/>
              <a:ext cx="2136648" cy="5491353"/>
            </a:xfrm>
            <a:custGeom>
              <a:avLst/>
              <a:gdLst/>
              <a:ahLst/>
              <a:cxnLst/>
              <a:rect r="r" b="b" t="t" l="l"/>
              <a:pathLst>
                <a:path h="5491353" w="2136648">
                  <a:moveTo>
                    <a:pt x="0" y="5491353"/>
                  </a:moveTo>
                  <a:lnTo>
                    <a:pt x="2136648" y="5491353"/>
                  </a:lnTo>
                  <a:lnTo>
                    <a:pt x="2136648" y="0"/>
                  </a:lnTo>
                  <a:lnTo>
                    <a:pt x="0" y="0"/>
                  </a:lnTo>
                  <a:close/>
                </a:path>
              </a:pathLst>
            </a:custGeom>
            <a:solidFill>
              <a:srgbClr val="000000">
                <a:alpha val="0"/>
              </a:srgbClr>
            </a:solidFill>
          </p:spPr>
        </p:sp>
      </p:grpSp>
      <p:sp>
        <p:nvSpPr>
          <p:cNvPr name="TextBox 9" id="9"/>
          <p:cNvSpPr txBox="true"/>
          <p:nvPr/>
        </p:nvSpPr>
        <p:spPr>
          <a:xfrm rot="0">
            <a:off x="1028700" y="2343480"/>
            <a:ext cx="9382954" cy="4733925"/>
          </a:xfrm>
          <a:prstGeom prst="rect">
            <a:avLst/>
          </a:prstGeom>
        </p:spPr>
        <p:txBody>
          <a:bodyPr anchor="t" rtlCol="false" tIns="0" lIns="0" bIns="0" rIns="0">
            <a:spAutoFit/>
          </a:bodyPr>
          <a:lstStyle/>
          <a:p>
            <a:pPr algn="just">
              <a:lnSpc>
                <a:spcPts val="9000"/>
              </a:lnSpc>
            </a:pPr>
            <a:r>
              <a:rPr lang="en-US" sz="7500" spc="37">
                <a:solidFill>
                  <a:srgbClr val="FFFFFF"/>
                </a:solidFill>
                <a:latin typeface="Calibri (MS)"/>
                <a:ea typeface="Calibri (MS)"/>
                <a:cs typeface="Calibri (MS)"/>
                <a:sym typeface="Calibri (MS)"/>
              </a:rPr>
              <a:t>1.</a:t>
            </a:r>
            <a:r>
              <a:rPr lang="en-US" b="true" sz="7500" spc="37">
                <a:solidFill>
                  <a:srgbClr val="FFFFFF"/>
                </a:solidFill>
                <a:latin typeface="Calibri (MS) Bold"/>
                <a:ea typeface="Calibri (MS) Bold"/>
                <a:cs typeface="Calibri (MS) Bold"/>
                <a:sym typeface="Calibri (MS) Bold"/>
              </a:rPr>
              <a:t>Design-Philosophy </a:t>
            </a:r>
            <a:r>
              <a:rPr lang="en-US" sz="7500" spc="37">
                <a:solidFill>
                  <a:srgbClr val="FFFFFF"/>
                </a:solidFill>
                <a:latin typeface="Calibri (MS)"/>
                <a:ea typeface="Calibri (MS)"/>
                <a:cs typeface="Calibri (MS)"/>
                <a:sym typeface="Calibri (MS)"/>
              </a:rPr>
              <a:t>2.</a:t>
            </a:r>
            <a:r>
              <a:rPr lang="en-US" b="true" sz="7500" spc="37">
                <a:solidFill>
                  <a:srgbClr val="FFFFFF"/>
                </a:solidFill>
                <a:latin typeface="Calibri (MS) Bold"/>
                <a:ea typeface="Calibri (MS) Bold"/>
                <a:cs typeface="Calibri (MS) Bold"/>
                <a:sym typeface="Calibri (MS) Bold"/>
              </a:rPr>
              <a:t>Batteries-Included </a:t>
            </a:r>
            <a:r>
              <a:rPr lang="en-US" sz="7500" spc="37">
                <a:solidFill>
                  <a:srgbClr val="FFFFFF"/>
                </a:solidFill>
                <a:latin typeface="Calibri (MS)"/>
                <a:ea typeface="Calibri (MS)"/>
                <a:cs typeface="Calibri (MS)"/>
                <a:sym typeface="Calibri (MS)"/>
              </a:rPr>
              <a:t>3.</a:t>
            </a:r>
            <a:r>
              <a:rPr lang="en-US" b="true" sz="7500" spc="37">
                <a:solidFill>
                  <a:srgbClr val="FFFFFF"/>
                </a:solidFill>
                <a:latin typeface="Calibri (MS) Bold"/>
                <a:ea typeface="Calibri (MS) Bold"/>
                <a:cs typeface="Calibri (MS) Bold"/>
                <a:sym typeface="Calibri (MS) Bold"/>
              </a:rPr>
              <a:t>General Purpose</a:t>
            </a:r>
          </a:p>
          <a:p>
            <a:pPr algn="just">
              <a:lnSpc>
                <a:spcPts val="9000"/>
              </a:lnSpc>
            </a:pPr>
            <a:r>
              <a:rPr lang="en-US" sz="7500" spc="37">
                <a:solidFill>
                  <a:srgbClr val="FFFFFF"/>
                </a:solidFill>
                <a:latin typeface="Calibri (MS)"/>
                <a:ea typeface="Calibri (MS)"/>
                <a:cs typeface="Calibri (MS)"/>
                <a:sym typeface="Calibri (MS)"/>
              </a:rPr>
              <a:t>4.</a:t>
            </a:r>
            <a:r>
              <a:rPr lang="en-US" b="true" sz="7500" spc="37">
                <a:solidFill>
                  <a:srgbClr val="FFFFFF"/>
                </a:solidFill>
                <a:latin typeface="Calibri (MS) Bold"/>
                <a:ea typeface="Calibri (MS) Bold"/>
                <a:cs typeface="Calibri (MS) Bold"/>
                <a:sym typeface="Calibri (MS) Bold"/>
              </a:rPr>
              <a:t>Community/Libraries</a:t>
            </a:r>
          </a:p>
        </p:txBody>
      </p:sp>
      <p:sp>
        <p:nvSpPr>
          <p:cNvPr name="TextBox 10" id="10"/>
          <p:cNvSpPr txBox="true"/>
          <p:nvPr/>
        </p:nvSpPr>
        <p:spPr>
          <a:xfrm rot="0">
            <a:off x="1376858" y="377819"/>
            <a:ext cx="6372158" cy="1574759"/>
          </a:xfrm>
          <a:prstGeom prst="rect">
            <a:avLst/>
          </a:prstGeom>
        </p:spPr>
        <p:txBody>
          <a:bodyPr anchor="t" rtlCol="false" tIns="0" lIns="0" bIns="0" rIns="0">
            <a:spAutoFit/>
          </a:bodyPr>
          <a:lstStyle/>
          <a:p>
            <a:pPr algn="l">
              <a:lnSpc>
                <a:spcPts val="11899"/>
              </a:lnSpc>
            </a:pPr>
            <a:r>
              <a:rPr lang="en-US" b="true" sz="8499">
                <a:solidFill>
                  <a:srgbClr val="ED7D31"/>
                </a:solidFill>
                <a:latin typeface="Calibri (MS) Bold"/>
                <a:ea typeface="Calibri (MS) Bold"/>
                <a:cs typeface="Calibri (MS) Bold"/>
                <a:sym typeface="Calibri (MS) Bold"/>
              </a:rPr>
              <a:t>WHY PYTHON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981" y="0"/>
            <a:ext cx="18214019" cy="10282695"/>
            <a:chOff x="0" y="0"/>
            <a:chExt cx="24285359" cy="13710260"/>
          </a:xfrm>
        </p:grpSpPr>
        <p:sp>
          <p:nvSpPr>
            <p:cNvPr name="Freeform 3" id="3"/>
            <p:cNvSpPr/>
            <p:nvPr/>
          </p:nvSpPr>
          <p:spPr>
            <a:xfrm flipH="false" flipV="false" rot="0">
              <a:off x="0" y="0"/>
              <a:ext cx="24285321" cy="13710286"/>
            </a:xfrm>
            <a:custGeom>
              <a:avLst/>
              <a:gdLst/>
              <a:ahLst/>
              <a:cxnLst/>
              <a:rect r="r" b="b" t="t" l="l"/>
              <a:pathLst>
                <a:path h="13710286" w="24285321">
                  <a:moveTo>
                    <a:pt x="0" y="0"/>
                  </a:moveTo>
                  <a:lnTo>
                    <a:pt x="24285321" y="0"/>
                  </a:lnTo>
                  <a:lnTo>
                    <a:pt x="24285321" y="13710286"/>
                  </a:lnTo>
                  <a:lnTo>
                    <a:pt x="0" y="13710286"/>
                  </a:lnTo>
                  <a:lnTo>
                    <a:pt x="0" y="0"/>
                  </a:lnTo>
                  <a:close/>
                </a:path>
              </a:pathLst>
            </a:custGeom>
            <a:blipFill>
              <a:blip r:embed="rId2"/>
              <a:stretch>
                <a:fillRect l="0" t="-10" r="-374" b="0"/>
              </a:stretch>
            </a:blipFill>
          </p:spPr>
        </p:sp>
      </p:grpSp>
      <p:sp>
        <p:nvSpPr>
          <p:cNvPr name="Freeform 4" id="4"/>
          <p:cNvSpPr/>
          <p:nvPr/>
        </p:nvSpPr>
        <p:spPr>
          <a:xfrm flipH="false" flipV="false" rot="0">
            <a:off x="10478" y="-63503"/>
            <a:ext cx="18341016" cy="10410758"/>
          </a:xfrm>
          <a:custGeom>
            <a:avLst/>
            <a:gdLst/>
            <a:ahLst/>
            <a:cxnLst/>
            <a:rect r="r" b="b" t="t" l="l"/>
            <a:pathLst>
              <a:path h="10410758" w="18341016">
                <a:moveTo>
                  <a:pt x="0" y="0"/>
                </a:moveTo>
                <a:lnTo>
                  <a:pt x="18341016" y="0"/>
                </a:lnTo>
                <a:lnTo>
                  <a:pt x="18341016" y="10410758"/>
                </a:lnTo>
                <a:lnTo>
                  <a:pt x="0" y="104107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31362" y="488842"/>
            <a:ext cx="3684813"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PYTHON</a:t>
            </a:r>
          </a:p>
        </p:txBody>
      </p:sp>
      <p:sp>
        <p:nvSpPr>
          <p:cNvPr name="TextBox 6" id="6"/>
          <p:cNvSpPr txBox="true"/>
          <p:nvPr/>
        </p:nvSpPr>
        <p:spPr>
          <a:xfrm rot="0">
            <a:off x="3826774" y="2352532"/>
            <a:ext cx="116586" cy="633308"/>
          </a:xfrm>
          <a:prstGeom prst="rect">
            <a:avLst/>
          </a:prstGeom>
        </p:spPr>
        <p:txBody>
          <a:bodyPr anchor="t" rtlCol="false" tIns="0" lIns="0" bIns="0" rIns="0">
            <a:spAutoFit/>
          </a:bodyPr>
          <a:lstStyle/>
          <a:p>
            <a:pPr algn="l">
              <a:lnSpc>
                <a:spcPts val="5040"/>
              </a:lnSpc>
            </a:pPr>
            <a:r>
              <a:rPr lang="en-US" sz="3600">
                <a:solidFill>
                  <a:srgbClr val="FFFFFF"/>
                </a:solidFill>
                <a:latin typeface="Times New Roman"/>
                <a:ea typeface="Times New Roman"/>
                <a:cs typeface="Times New Roman"/>
                <a:sym typeface="Times New Roman"/>
              </a:rPr>
              <a:t> </a:t>
            </a:r>
          </a:p>
        </p:txBody>
      </p:sp>
      <p:sp>
        <p:nvSpPr>
          <p:cNvPr name="TextBox 7" id="7"/>
          <p:cNvSpPr txBox="true"/>
          <p:nvPr/>
        </p:nvSpPr>
        <p:spPr>
          <a:xfrm rot="0">
            <a:off x="1091689" y="4886182"/>
            <a:ext cx="5226406" cy="4357583"/>
          </a:xfrm>
          <a:prstGeom prst="rect">
            <a:avLst/>
          </a:prstGeom>
        </p:spPr>
        <p:txBody>
          <a:bodyPr anchor="t" rtlCol="false" tIns="0" lIns="0" bIns="0" rIns="0">
            <a:spAutoFit/>
          </a:bodyPr>
          <a:lstStyle/>
          <a:p>
            <a:pPr algn="l">
              <a:lnSpc>
                <a:spcPts val="4273"/>
              </a:lnSpc>
            </a:pPr>
            <a:r>
              <a:rPr lang="en-US" sz="3600">
                <a:solidFill>
                  <a:srgbClr val="FFFFFF"/>
                </a:solidFill>
                <a:latin typeface="Times New Roman"/>
                <a:ea typeface="Times New Roman"/>
                <a:cs typeface="Times New Roman"/>
                <a:sym typeface="Times New Roman"/>
              </a:rPr>
              <a:t>Readable and Easy to Learn Object Oriented</a:t>
            </a:r>
          </a:p>
          <a:p>
            <a:pPr algn="l">
              <a:lnSpc>
                <a:spcPts val="4273"/>
              </a:lnSpc>
            </a:pPr>
            <a:r>
              <a:rPr lang="en-US" sz="3600">
                <a:solidFill>
                  <a:srgbClr val="FFFFFF"/>
                </a:solidFill>
                <a:latin typeface="Times New Roman"/>
                <a:ea typeface="Times New Roman"/>
                <a:cs typeface="Times New Roman"/>
                <a:sym typeface="Times New Roman"/>
              </a:rPr>
              <a:t>Interpreted</a:t>
            </a:r>
          </a:p>
          <a:p>
            <a:pPr algn="l">
              <a:lnSpc>
                <a:spcPts val="4273"/>
              </a:lnSpc>
            </a:pPr>
            <a:r>
              <a:rPr lang="en-US" sz="3600">
                <a:solidFill>
                  <a:srgbClr val="FFFFFF"/>
                </a:solidFill>
                <a:latin typeface="Times New Roman"/>
                <a:ea typeface="Times New Roman"/>
                <a:cs typeface="Times New Roman"/>
                <a:sym typeface="Times New Roman"/>
              </a:rPr>
              <a:t>High-Level Language Dynamic Typing Cross-platform</a:t>
            </a:r>
          </a:p>
          <a:p>
            <a:pPr algn="l">
              <a:lnSpc>
                <a:spcPts val="4273"/>
              </a:lnSpc>
            </a:pPr>
            <a:r>
              <a:rPr lang="en-US" sz="3600">
                <a:solidFill>
                  <a:srgbClr val="FFFFFF"/>
                </a:solidFill>
                <a:latin typeface="Times New Roman"/>
                <a:ea typeface="Times New Roman"/>
                <a:cs typeface="Times New Roman"/>
                <a:sym typeface="Times New Roman"/>
              </a:rPr>
              <a:t>large standard library Proximity with Maths</a:t>
            </a:r>
          </a:p>
        </p:txBody>
      </p:sp>
      <p:sp>
        <p:nvSpPr>
          <p:cNvPr name="TextBox 8" id="8"/>
          <p:cNvSpPr txBox="true"/>
          <p:nvPr/>
        </p:nvSpPr>
        <p:spPr>
          <a:xfrm rot="0">
            <a:off x="439379" y="2352532"/>
            <a:ext cx="15147511" cy="641985"/>
          </a:xfrm>
          <a:prstGeom prst="rect">
            <a:avLst/>
          </a:prstGeom>
        </p:spPr>
        <p:txBody>
          <a:bodyPr anchor="t" rtlCol="false" tIns="0" lIns="0" bIns="0" rIns="0">
            <a:spAutoFit/>
          </a:bodyPr>
          <a:lstStyle/>
          <a:p>
            <a:pPr algn="l">
              <a:lnSpc>
                <a:spcPts val="5040"/>
              </a:lnSpc>
            </a:pPr>
            <a:r>
              <a:rPr lang="en-US" sz="3600">
                <a:solidFill>
                  <a:srgbClr val="FFFFFF"/>
                </a:solidFill>
                <a:latin typeface="Times New Roman"/>
                <a:ea typeface="Times New Roman"/>
                <a:cs typeface="Times New Roman"/>
                <a:sym typeface="Times New Roman"/>
              </a:rPr>
              <a:t>Python is a widely used general-purpose, high level programming language. It was</a:t>
            </a:r>
          </a:p>
        </p:txBody>
      </p:sp>
      <p:sp>
        <p:nvSpPr>
          <p:cNvPr name="TextBox 9" id="9"/>
          <p:cNvSpPr txBox="true"/>
          <p:nvPr/>
        </p:nvSpPr>
        <p:spPr>
          <a:xfrm rot="0">
            <a:off x="439379" y="2952607"/>
            <a:ext cx="14889947" cy="1004783"/>
          </a:xfrm>
          <a:prstGeom prst="rect">
            <a:avLst/>
          </a:prstGeom>
        </p:spPr>
        <p:txBody>
          <a:bodyPr anchor="t" rtlCol="false" tIns="0" lIns="0" bIns="0" rIns="0">
            <a:spAutoFit/>
          </a:bodyPr>
          <a:lstStyle/>
          <a:p>
            <a:pPr algn="l">
              <a:lnSpc>
                <a:spcPts val="3826"/>
              </a:lnSpc>
            </a:pPr>
            <a:r>
              <a:rPr lang="en-US" sz="3600">
                <a:solidFill>
                  <a:srgbClr val="FFFFFF"/>
                </a:solidFill>
                <a:latin typeface="Times New Roman"/>
                <a:ea typeface="Times New Roman"/>
                <a:cs typeface="Times New Roman"/>
                <a:sym typeface="Times New Roman"/>
              </a:rPr>
              <a:t>created by</a:t>
            </a:r>
            <a:r>
              <a:rPr lang="en-US" sz="3600">
                <a:solidFill>
                  <a:srgbClr val="000000"/>
                </a:solidFill>
                <a:latin typeface="Times New Roman"/>
                <a:ea typeface="Times New Roman"/>
                <a:cs typeface="Times New Roman"/>
                <a:sym typeface="Times New Roman"/>
              </a:rPr>
              <a:t> </a:t>
            </a:r>
            <a:r>
              <a:rPr lang="en-US" b="true" sz="3600">
                <a:solidFill>
                  <a:srgbClr val="ED7D31"/>
                </a:solidFill>
                <a:latin typeface="Times New Roman Bold"/>
                <a:ea typeface="Times New Roman Bold"/>
                <a:cs typeface="Times New Roman Bold"/>
                <a:sym typeface="Times New Roman Bold"/>
              </a:rPr>
              <a:t>Guido van Rossum (cwi=Centrum Wiskunde &amp; Informatica ))</a:t>
            </a:r>
            <a:r>
              <a:rPr lang="en-US" sz="3600">
                <a:solidFill>
                  <a:srgbClr val="000000"/>
                </a:solidFill>
                <a:latin typeface="Times New Roman"/>
                <a:ea typeface="Times New Roman"/>
                <a:cs typeface="Times New Roman"/>
                <a:sym typeface="Times New Roman"/>
              </a:rPr>
              <a:t> </a:t>
            </a:r>
            <a:r>
              <a:rPr lang="en-US" sz="3600">
                <a:solidFill>
                  <a:srgbClr val="FFFFFF"/>
                </a:solidFill>
                <a:latin typeface="Times New Roman"/>
                <a:ea typeface="Times New Roman"/>
                <a:cs typeface="Times New Roman"/>
                <a:sym typeface="Times New Roman"/>
              </a:rPr>
              <a:t>in 1991.</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442246"/>
            <a:ext cx="8571462" cy="1506855"/>
          </a:xfrm>
          <a:prstGeom prst="rect">
            <a:avLst/>
          </a:prstGeom>
        </p:spPr>
        <p:txBody>
          <a:bodyPr anchor="t" rtlCol="false" tIns="0" lIns="0" bIns="0" rIns="0">
            <a:spAutoFit/>
          </a:bodyPr>
          <a:lstStyle/>
          <a:p>
            <a:pPr algn="l">
              <a:lnSpc>
                <a:spcPts val="11340"/>
              </a:lnSpc>
            </a:pPr>
            <a:r>
              <a:rPr lang="en-US" b="true" sz="8100">
                <a:solidFill>
                  <a:srgbClr val="ED7D31"/>
                </a:solidFill>
                <a:latin typeface="Calibri (MS) Bold"/>
                <a:ea typeface="Calibri (MS) Bold"/>
                <a:cs typeface="Calibri (MS) Bold"/>
                <a:sym typeface="Calibri (MS) Bold"/>
              </a:rPr>
              <a:t>PYTHON USED FOR:</a:t>
            </a:r>
          </a:p>
        </p:txBody>
      </p:sp>
      <p:sp>
        <p:nvSpPr>
          <p:cNvPr name="TextBox 5" id="5"/>
          <p:cNvSpPr txBox="true"/>
          <p:nvPr/>
        </p:nvSpPr>
        <p:spPr>
          <a:xfrm rot="0">
            <a:off x="1394727" y="2398909"/>
            <a:ext cx="8042615" cy="5600033"/>
          </a:xfrm>
          <a:prstGeom prst="rect">
            <a:avLst/>
          </a:prstGeom>
        </p:spPr>
        <p:txBody>
          <a:bodyPr anchor="t" rtlCol="false" tIns="0" lIns="0" bIns="0" rIns="0">
            <a:spAutoFit/>
          </a:bodyPr>
          <a:lstStyle/>
          <a:p>
            <a:pPr algn="l">
              <a:lnSpc>
                <a:spcPts val="7200"/>
              </a:lnSpc>
            </a:pPr>
            <a:r>
              <a:rPr lang="en-US" sz="6000" spc="18">
                <a:solidFill>
                  <a:srgbClr val="FFFFFF"/>
                </a:solidFill>
                <a:latin typeface="Calibri (MS)"/>
                <a:ea typeface="Calibri (MS)"/>
                <a:cs typeface="Calibri (MS)"/>
                <a:sym typeface="Calibri (MS)"/>
              </a:rPr>
              <a:t>1.</a:t>
            </a:r>
            <a:r>
              <a:rPr lang="en-US" b="true" sz="6000" spc="18">
                <a:solidFill>
                  <a:srgbClr val="FFFFFF"/>
                </a:solidFill>
                <a:latin typeface="Calibri (MS) Bold"/>
                <a:ea typeface="Calibri (MS) Bold"/>
                <a:cs typeface="Calibri (MS) Bold"/>
                <a:sym typeface="Calibri (MS) Bold"/>
              </a:rPr>
              <a:t>Software development </a:t>
            </a:r>
            <a:r>
              <a:rPr lang="en-US" sz="6000" spc="18">
                <a:solidFill>
                  <a:srgbClr val="FFFFFF"/>
                </a:solidFill>
                <a:latin typeface="Calibri (MS)"/>
                <a:ea typeface="Calibri (MS)"/>
                <a:cs typeface="Calibri (MS)"/>
                <a:sym typeface="Calibri (MS)"/>
              </a:rPr>
              <a:t>2.</a:t>
            </a:r>
            <a:r>
              <a:rPr lang="en-US" b="true" sz="6000" spc="18">
                <a:solidFill>
                  <a:srgbClr val="FFFFFF"/>
                </a:solidFill>
                <a:latin typeface="Calibri (MS) Bold"/>
                <a:ea typeface="Calibri (MS) Bold"/>
                <a:cs typeface="Calibri (MS) Bold"/>
                <a:sym typeface="Calibri (MS) Bold"/>
              </a:rPr>
              <a:t>Data Science </a:t>
            </a:r>
            <a:r>
              <a:rPr lang="en-US" sz="6000" spc="18">
                <a:solidFill>
                  <a:srgbClr val="FFFFFF"/>
                </a:solidFill>
                <a:latin typeface="Calibri (MS)"/>
                <a:ea typeface="Calibri (MS)"/>
                <a:cs typeface="Calibri (MS)"/>
                <a:sym typeface="Calibri (MS)"/>
              </a:rPr>
              <a:t>3.</a:t>
            </a:r>
            <a:r>
              <a:rPr lang="en-US" b="true" sz="6000" spc="18">
                <a:solidFill>
                  <a:srgbClr val="FFFFFF"/>
                </a:solidFill>
                <a:latin typeface="Calibri (MS) Bold"/>
                <a:ea typeface="Calibri (MS) Bold"/>
                <a:cs typeface="Calibri (MS) Bold"/>
                <a:sym typeface="Calibri (MS) Bold"/>
              </a:rPr>
              <a:t>Artificial Intelligence </a:t>
            </a:r>
            <a:r>
              <a:rPr lang="en-US" sz="6000" spc="18">
                <a:solidFill>
                  <a:srgbClr val="FFFFFF"/>
                </a:solidFill>
                <a:latin typeface="Calibri (MS)"/>
                <a:ea typeface="Calibri (MS)"/>
                <a:cs typeface="Calibri (MS)"/>
                <a:sym typeface="Calibri (MS)"/>
              </a:rPr>
              <a:t>4.</a:t>
            </a:r>
            <a:r>
              <a:rPr lang="en-US" b="true" sz="6000" spc="18">
                <a:solidFill>
                  <a:srgbClr val="FFFFFF"/>
                </a:solidFill>
                <a:latin typeface="Calibri (MS) Bold"/>
                <a:ea typeface="Calibri (MS) Bold"/>
                <a:cs typeface="Calibri (MS) Bold"/>
                <a:sym typeface="Calibri (MS) Bold"/>
              </a:rPr>
              <a:t>Web Development</a:t>
            </a:r>
          </a:p>
          <a:p>
            <a:pPr algn="l">
              <a:lnSpc>
                <a:spcPts val="7200"/>
              </a:lnSpc>
            </a:pPr>
            <a:r>
              <a:rPr lang="en-US" sz="6000" spc="18">
                <a:solidFill>
                  <a:srgbClr val="FFFFFF"/>
                </a:solidFill>
                <a:latin typeface="Calibri (MS)"/>
                <a:ea typeface="Calibri (MS)"/>
                <a:cs typeface="Calibri (MS)"/>
                <a:sym typeface="Calibri (MS)"/>
              </a:rPr>
              <a:t>5.</a:t>
            </a:r>
            <a:r>
              <a:rPr lang="en-US" b="true" sz="6000" spc="18">
                <a:solidFill>
                  <a:srgbClr val="FFFFFF"/>
                </a:solidFill>
                <a:latin typeface="Calibri (MS) Bold"/>
                <a:ea typeface="Calibri (MS) Bold"/>
                <a:cs typeface="Calibri (MS) Bold"/>
                <a:sym typeface="Calibri (MS) Bold"/>
              </a:rPr>
              <a:t> Automation </a:t>
            </a:r>
            <a:r>
              <a:rPr lang="en-US" sz="6000" spc="18">
                <a:solidFill>
                  <a:srgbClr val="FFFFFF"/>
                </a:solidFill>
                <a:latin typeface="Calibri (MS)"/>
                <a:ea typeface="Calibri (MS)"/>
                <a:cs typeface="Calibri (MS)"/>
                <a:sym typeface="Calibri (MS)"/>
              </a:rPr>
              <a:t>6.</a:t>
            </a:r>
            <a:r>
              <a:rPr lang="en-US" b="true" sz="6000" spc="18">
                <a:solidFill>
                  <a:srgbClr val="FFFFFF"/>
                </a:solidFill>
                <a:latin typeface="Calibri (MS) Bold"/>
                <a:ea typeface="Calibri (MS) Bold"/>
                <a:cs typeface="Calibri (MS) Bold"/>
                <a:sym typeface="Calibri (MS) Bold"/>
              </a:rPr>
              <a:t>Machine Learning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2237" cy="10282695"/>
            <a:chOff x="0" y="0"/>
            <a:chExt cx="24376316" cy="13710260"/>
          </a:xfrm>
        </p:grpSpPr>
        <p:sp>
          <p:nvSpPr>
            <p:cNvPr name="Freeform 3" id="3"/>
            <p:cNvSpPr/>
            <p:nvPr/>
          </p:nvSpPr>
          <p:spPr>
            <a:xfrm flipH="false" flipV="false" rot="0">
              <a:off x="0" y="0"/>
              <a:ext cx="24376380" cy="13710286"/>
            </a:xfrm>
            <a:custGeom>
              <a:avLst/>
              <a:gdLst/>
              <a:ahLst/>
              <a:cxnLst/>
              <a:rect r="r" b="b" t="t" l="l"/>
              <a:pathLst>
                <a:path h="13710286" w="24376380">
                  <a:moveTo>
                    <a:pt x="0" y="0"/>
                  </a:moveTo>
                  <a:lnTo>
                    <a:pt x="24376380" y="0"/>
                  </a:lnTo>
                  <a:lnTo>
                    <a:pt x="24376380" y="13710286"/>
                  </a:lnTo>
                  <a:lnTo>
                    <a:pt x="0" y="13710286"/>
                  </a:lnTo>
                  <a:lnTo>
                    <a:pt x="0" y="0"/>
                  </a:lnTo>
                  <a:close/>
                </a:path>
              </a:pathLst>
            </a:custGeom>
            <a:blipFill>
              <a:blip r:embed="rId2"/>
              <a:stretch>
                <a:fillRect l="0" t="-10" r="0" b="0"/>
              </a:stretch>
            </a:blipFill>
          </p:spPr>
        </p:sp>
      </p:grpSp>
      <p:grpSp>
        <p:nvGrpSpPr>
          <p:cNvPr name="Group 4" id="4"/>
          <p:cNvGrpSpPr/>
          <p:nvPr/>
        </p:nvGrpSpPr>
        <p:grpSpPr>
          <a:xfrm rot="0">
            <a:off x="799243" y="2738380"/>
            <a:ext cx="12438431" cy="6528511"/>
            <a:chOff x="0" y="0"/>
            <a:chExt cx="16584574" cy="8704682"/>
          </a:xfrm>
        </p:grpSpPr>
        <p:sp>
          <p:nvSpPr>
            <p:cNvPr name="Freeform 5" id="5"/>
            <p:cNvSpPr/>
            <p:nvPr/>
          </p:nvSpPr>
          <p:spPr>
            <a:xfrm flipH="false" flipV="false" rot="0">
              <a:off x="0" y="0"/>
              <a:ext cx="16584549" cy="8704707"/>
            </a:xfrm>
            <a:custGeom>
              <a:avLst/>
              <a:gdLst/>
              <a:ahLst/>
              <a:cxnLst/>
              <a:rect r="r" b="b" t="t" l="l"/>
              <a:pathLst>
                <a:path h="8704707" w="16584549">
                  <a:moveTo>
                    <a:pt x="0" y="0"/>
                  </a:moveTo>
                  <a:lnTo>
                    <a:pt x="16584549" y="0"/>
                  </a:lnTo>
                  <a:lnTo>
                    <a:pt x="16584549" y="8704707"/>
                  </a:lnTo>
                  <a:lnTo>
                    <a:pt x="0" y="8704707"/>
                  </a:lnTo>
                  <a:lnTo>
                    <a:pt x="0" y="0"/>
                  </a:lnTo>
                  <a:close/>
                </a:path>
              </a:pathLst>
            </a:custGeom>
            <a:blipFill>
              <a:blip r:embed="rId3"/>
              <a:stretch>
                <a:fillRect l="-208" t="0" r="-250" b="0"/>
              </a:stretch>
            </a:blipFill>
          </p:spPr>
        </p:sp>
      </p:grpSp>
      <p:grpSp>
        <p:nvGrpSpPr>
          <p:cNvPr name="Group 6" id="6"/>
          <p:cNvGrpSpPr/>
          <p:nvPr/>
        </p:nvGrpSpPr>
        <p:grpSpPr>
          <a:xfrm rot="0">
            <a:off x="-63503" y="-63503"/>
            <a:ext cx="18413016" cy="10410758"/>
            <a:chOff x="0" y="0"/>
            <a:chExt cx="18413019" cy="10410761"/>
          </a:xfrm>
        </p:grpSpPr>
        <p:sp>
          <p:nvSpPr>
            <p:cNvPr name="Freeform 7" id="7"/>
            <p:cNvSpPr/>
            <p:nvPr/>
          </p:nvSpPr>
          <p:spPr>
            <a:xfrm flipH="false" flipV="false" rot="0">
              <a:off x="63500" y="63500"/>
              <a:ext cx="18285968" cy="10283698"/>
            </a:xfrm>
            <a:custGeom>
              <a:avLst/>
              <a:gdLst/>
              <a:ahLst/>
              <a:cxnLst/>
              <a:rect r="r" b="b" t="t" l="l"/>
              <a:pathLst>
                <a:path h="10283698" w="18285968">
                  <a:moveTo>
                    <a:pt x="0" y="10283698"/>
                  </a:moveTo>
                  <a:lnTo>
                    <a:pt x="18285968" y="10283698"/>
                  </a:lnTo>
                  <a:lnTo>
                    <a:pt x="18285968" y="0"/>
                  </a:lnTo>
                  <a:lnTo>
                    <a:pt x="0" y="0"/>
                  </a:lnTo>
                  <a:close/>
                </a:path>
              </a:pathLst>
            </a:custGeom>
            <a:solidFill>
              <a:srgbClr val="000000">
                <a:alpha val="0"/>
              </a:srgbClr>
            </a:solidFill>
          </p:spPr>
        </p:sp>
        <p:sp>
          <p:nvSpPr>
            <p:cNvPr name="Freeform 8" id="8"/>
            <p:cNvSpPr/>
            <p:nvPr/>
          </p:nvSpPr>
          <p:spPr>
            <a:xfrm flipH="false" flipV="false" rot="0">
              <a:off x="862711" y="2801874"/>
              <a:ext cx="12443080" cy="6528562"/>
            </a:xfrm>
            <a:custGeom>
              <a:avLst/>
              <a:gdLst/>
              <a:ahLst/>
              <a:cxnLst/>
              <a:rect r="r" b="b" t="t" l="l"/>
              <a:pathLst>
                <a:path h="6528562" w="12443080">
                  <a:moveTo>
                    <a:pt x="0" y="6528562"/>
                  </a:moveTo>
                  <a:lnTo>
                    <a:pt x="12443080" y="6528562"/>
                  </a:lnTo>
                  <a:lnTo>
                    <a:pt x="12443080" y="0"/>
                  </a:lnTo>
                  <a:lnTo>
                    <a:pt x="0" y="0"/>
                  </a:lnTo>
                  <a:close/>
                </a:path>
              </a:pathLst>
            </a:custGeom>
            <a:solidFill>
              <a:srgbClr val="000000">
                <a:alpha val="0"/>
              </a:srgbClr>
            </a:solidFill>
          </p:spPr>
        </p:sp>
      </p:grpSp>
      <p:sp>
        <p:nvSpPr>
          <p:cNvPr name="TextBox 9" id="9"/>
          <p:cNvSpPr txBox="true"/>
          <p:nvPr/>
        </p:nvSpPr>
        <p:spPr>
          <a:xfrm rot="0">
            <a:off x="531362" y="768267"/>
            <a:ext cx="11448993" cy="1240279"/>
          </a:xfrm>
          <a:prstGeom prst="rect">
            <a:avLst/>
          </a:prstGeom>
        </p:spPr>
        <p:txBody>
          <a:bodyPr anchor="t" rtlCol="false" tIns="0" lIns="0" bIns="0" rIns="0">
            <a:spAutoFit/>
          </a:bodyPr>
          <a:lstStyle/>
          <a:p>
            <a:pPr algn="l">
              <a:lnSpc>
                <a:spcPts val="10080"/>
              </a:lnSpc>
            </a:pPr>
            <a:r>
              <a:rPr lang="en-US" sz="7200">
                <a:solidFill>
                  <a:srgbClr val="ED7D31"/>
                </a:solidFill>
                <a:latin typeface="Arial"/>
                <a:ea typeface="Arial"/>
                <a:cs typeface="Arial"/>
                <a:sym typeface="Arial"/>
              </a:rPr>
              <a:t>PROGRAM COMPARISON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181"/>
            <a:ext cx="18288000" cy="10288181"/>
            <a:chOff x="0" y="0"/>
            <a:chExt cx="24384000" cy="13717575"/>
          </a:xfrm>
        </p:grpSpPr>
        <p:sp>
          <p:nvSpPr>
            <p:cNvPr name="Freeform 3" id="3"/>
            <p:cNvSpPr/>
            <p:nvPr/>
          </p:nvSpPr>
          <p:spPr>
            <a:xfrm flipH="false" flipV="false" rot="0">
              <a:off x="0" y="0"/>
              <a:ext cx="24384000" cy="13717524"/>
            </a:xfrm>
            <a:custGeom>
              <a:avLst/>
              <a:gdLst/>
              <a:ahLst/>
              <a:cxnLst/>
              <a:rect r="r" b="b" t="t" l="l"/>
              <a:pathLst>
                <a:path h="13717524" w="24384000">
                  <a:moveTo>
                    <a:pt x="0" y="0"/>
                  </a:moveTo>
                  <a:lnTo>
                    <a:pt x="24384000" y="0"/>
                  </a:lnTo>
                  <a:lnTo>
                    <a:pt x="24384000" y="13717524"/>
                  </a:lnTo>
                  <a:lnTo>
                    <a:pt x="0" y="13717524"/>
                  </a:lnTo>
                  <a:lnTo>
                    <a:pt x="0" y="0"/>
                  </a:lnTo>
                  <a:close/>
                </a:path>
              </a:pathLst>
            </a:custGeom>
            <a:blipFill>
              <a:blip r:embed="rId2"/>
              <a:stretch>
                <a:fillRect l="0" t="0" r="0" b="0"/>
              </a:stretch>
            </a:blipFill>
          </p:spPr>
        </p:sp>
      </p:grpSp>
      <p:grpSp>
        <p:nvGrpSpPr>
          <p:cNvPr name="Group 4" id="4"/>
          <p:cNvGrpSpPr/>
          <p:nvPr/>
        </p:nvGrpSpPr>
        <p:grpSpPr>
          <a:xfrm rot="0">
            <a:off x="152400" y="152400"/>
            <a:ext cx="18135600" cy="10134600"/>
            <a:chOff x="0" y="0"/>
            <a:chExt cx="24180800" cy="13512800"/>
          </a:xfrm>
        </p:grpSpPr>
        <p:sp>
          <p:nvSpPr>
            <p:cNvPr name="Freeform 5" id="5" descr="ppt template design page copy"/>
            <p:cNvSpPr/>
            <p:nvPr/>
          </p:nvSpPr>
          <p:spPr>
            <a:xfrm flipH="false" flipV="false" rot="0">
              <a:off x="0" y="0"/>
              <a:ext cx="24180800" cy="13512800"/>
            </a:xfrm>
            <a:custGeom>
              <a:avLst/>
              <a:gdLst/>
              <a:ahLst/>
              <a:cxnLst/>
              <a:rect r="r" b="b" t="t" l="l"/>
              <a:pathLst>
                <a:path h="13512800" w="24180800">
                  <a:moveTo>
                    <a:pt x="0" y="0"/>
                  </a:moveTo>
                  <a:lnTo>
                    <a:pt x="24180800" y="0"/>
                  </a:lnTo>
                  <a:lnTo>
                    <a:pt x="24180800" y="13512800"/>
                  </a:lnTo>
                  <a:lnTo>
                    <a:pt x="0" y="13512800"/>
                  </a:lnTo>
                  <a:lnTo>
                    <a:pt x="0" y="0"/>
                  </a:lnTo>
                  <a:close/>
                </a:path>
              </a:pathLst>
            </a:custGeom>
            <a:blipFill>
              <a:blip r:embed="rId3"/>
              <a:stretch>
                <a:fillRect l="0" t="-11" r="-840" b="-1492"/>
              </a:stretch>
            </a:blipFill>
          </p:spPr>
        </p:sp>
      </p:grpSp>
      <p:sp>
        <p:nvSpPr>
          <p:cNvPr name="TextBox 6" id="6"/>
          <p:cNvSpPr txBox="true"/>
          <p:nvPr/>
        </p:nvSpPr>
        <p:spPr>
          <a:xfrm rot="0">
            <a:off x="6101584" y="4203382"/>
            <a:ext cx="5117402" cy="1556385"/>
          </a:xfrm>
          <a:prstGeom prst="rect">
            <a:avLst/>
          </a:prstGeom>
        </p:spPr>
        <p:txBody>
          <a:bodyPr anchor="t" rtlCol="false" tIns="0" lIns="0" bIns="0" rIns="0">
            <a:spAutoFit/>
          </a:bodyPr>
          <a:lstStyle/>
          <a:p>
            <a:pPr algn="ctr">
              <a:lnSpc>
                <a:spcPts val="11340"/>
              </a:lnSpc>
              <a:spcBef>
                <a:spcPct val="0"/>
              </a:spcBef>
            </a:pPr>
            <a:r>
              <a:rPr lang="en-US" b="true" sz="8100">
                <a:solidFill>
                  <a:srgbClr val="ED7D31"/>
                </a:solidFill>
                <a:latin typeface="Calibri (MS) Bold"/>
                <a:ea typeface="Calibri (MS) Bold"/>
                <a:cs typeface="Calibri (MS) Bold"/>
                <a:sym typeface="Calibri (M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DAHJWQHw1Wg</dc:identifier>
  <dcterms:modified xsi:type="dcterms:W3CDTF">2011-08-01T06:04:30Z</dcterms:modified>
  <cp:revision>1</cp:revision>
  <dc:title>PYTHON LANGUAGE</dc:title>
</cp:coreProperties>
</file>